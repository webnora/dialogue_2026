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8" r:id="rId4"/>
    <p:sldId id="274" r:id="rId5"/>
    <p:sldId id="266" r:id="rId6"/>
    <p:sldId id="267" r:id="rId7"/>
    <p:sldId id="269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71" r:id="rId16"/>
    <p:sldId id="275" r:id="rId17"/>
    <p:sldId id="272" r:id="rId18"/>
    <p:sldId id="276" r:id="rId19"/>
    <p:sldId id="273" r:id="rId20"/>
    <p:sldId id="265" r:id="rId21"/>
    <p:sldId id="270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30BC41-BAE4-48CE-AD9C-B1541C71D0BF}" v="137" dt="2025-05-30T07:13:12.142"/>
    <p1510:client id="{2A0B22F3-CCC7-497F-A700-8BF986D5C973}" v="140" dt="2025-05-29T18:18:16.199"/>
    <p1510:client id="{7A87E9CA-0BF0-42FB-A03A-F91D755E11C7}" v="176" dt="2025-05-29T18:00:34.8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29.05.2025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29.05.2025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29.05.2025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29.05.2025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29.05.2025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29.05.2025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29.05.2025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29.05.2025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29.05.2025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29.05.2025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29.05.2025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251DF6-5AD2-ACA8-5899-43F743C66417}"/>
              </a:ext>
            </a:extLst>
          </p:cNvPr>
          <p:cNvSpPr/>
          <p:nvPr userDrawn="1"/>
        </p:nvSpPr>
        <p:spPr>
          <a:xfrm>
            <a:off x="0" y="-1"/>
            <a:ext cx="12192000" cy="30860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C3C0C18-3CFA-482C-8E5E-2A541D4A1B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296854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333"/>
            </a:lvl1pPr>
          </a:lstStyle>
          <a:p>
            <a:endParaRPr lang="en-ID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67530F7-C043-4F2D-AA58-B8F8D1238C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446" y="5359155"/>
            <a:ext cx="5074268" cy="7078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6A0E0A3C-AF5E-BB75-6F0A-2D22B84E6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446" y="3429001"/>
            <a:ext cx="10873179" cy="1753090"/>
          </a:xfrm>
        </p:spPr>
        <p:txBody>
          <a:bodyPr anchor="b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692765-6536-09AA-A0BF-2358E9E5BE5F}"/>
              </a:ext>
            </a:extLst>
          </p:cNvPr>
          <p:cNvCxnSpPr/>
          <p:nvPr userDrawn="1"/>
        </p:nvCxnSpPr>
        <p:spPr>
          <a:xfrm>
            <a:off x="587375" y="3429000"/>
            <a:ext cx="0" cy="1753091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73E0654F-4709-9928-E09F-2A00AF8174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29350" y="5359155"/>
            <a:ext cx="5375274" cy="7078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FE027D9-E8BA-AB34-D226-FB323E404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0D6385D-654E-DC48-400B-090D33BE7F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ACAE9F-16AE-335B-D01B-39C3752803F0}"/>
              </a:ext>
            </a:extLst>
          </p:cNvPr>
          <p:cNvSpPr/>
          <p:nvPr userDrawn="1"/>
        </p:nvSpPr>
        <p:spPr>
          <a:xfrm rot="5400000">
            <a:off x="6037262" y="2074784"/>
            <a:ext cx="117475" cy="19049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24733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251DF6-5AD2-ACA8-5899-43F743C66417}"/>
              </a:ext>
            </a:extLst>
          </p:cNvPr>
          <p:cNvSpPr/>
          <p:nvPr userDrawn="1"/>
        </p:nvSpPr>
        <p:spPr>
          <a:xfrm>
            <a:off x="0" y="0"/>
            <a:ext cx="12192000" cy="6235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67530F7-C043-4F2D-AA58-B8F8D1238C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446" y="4614945"/>
            <a:ext cx="5074268" cy="7078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6A0E0A3C-AF5E-BB75-6F0A-2D22B84E6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446" y="1628775"/>
            <a:ext cx="10873179" cy="2468025"/>
          </a:xfrm>
        </p:spPr>
        <p:txBody>
          <a:bodyPr anchor="ctr">
            <a:no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73E0654F-4709-9928-E09F-2A00AF8174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29350" y="4614945"/>
            <a:ext cx="5375274" cy="7078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FE027D9-E8BA-AB34-D226-FB323E404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0D6385D-654E-DC48-400B-090D33BE7F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346FEE9-501A-3130-038F-1856FF3A6460}"/>
              </a:ext>
            </a:extLst>
          </p:cNvPr>
          <p:cNvCxnSpPr>
            <a:cxnSpLocks/>
          </p:cNvCxnSpPr>
          <p:nvPr userDrawn="1"/>
        </p:nvCxnSpPr>
        <p:spPr>
          <a:xfrm>
            <a:off x="587375" y="2194987"/>
            <a:ext cx="0" cy="133560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311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251DF6-5AD2-ACA8-5899-43F743C66417}"/>
              </a:ext>
            </a:extLst>
          </p:cNvPr>
          <p:cNvSpPr/>
          <p:nvPr userDrawn="1"/>
        </p:nvSpPr>
        <p:spPr>
          <a:xfrm>
            <a:off x="0" y="0"/>
            <a:ext cx="12192000" cy="41905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67530F7-C043-4F2D-AA58-B8F8D1238C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446" y="4614945"/>
            <a:ext cx="5074268" cy="7078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6A0E0A3C-AF5E-BB75-6F0A-2D22B84E6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446" y="584204"/>
            <a:ext cx="10873179" cy="3064462"/>
          </a:xfrm>
        </p:spPr>
        <p:txBody>
          <a:bodyPr anchor="b">
            <a:noAutofit/>
          </a:bodyPr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73E0654F-4709-9928-E09F-2A00AF8174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29350" y="4614945"/>
            <a:ext cx="5375274" cy="7078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FE027D9-E8BA-AB34-D226-FB323E404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0D6385D-654E-DC48-400B-090D33BE7F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ACAE9F-16AE-335B-D01B-39C3752803F0}"/>
              </a:ext>
            </a:extLst>
          </p:cNvPr>
          <p:cNvSpPr/>
          <p:nvPr userDrawn="1"/>
        </p:nvSpPr>
        <p:spPr>
          <a:xfrm rot="5400000">
            <a:off x="6037262" y="3296781"/>
            <a:ext cx="117475" cy="19049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27012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6FF304-8F5A-AE9D-9F8A-073146069168}"/>
              </a:ext>
            </a:extLst>
          </p:cNvPr>
          <p:cNvSpPr/>
          <p:nvPr userDrawn="1"/>
        </p:nvSpPr>
        <p:spPr>
          <a:xfrm>
            <a:off x="4079875" y="-1"/>
            <a:ext cx="8112125" cy="62356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6" name="Picture Placeholder 11">
            <a:extLst>
              <a:ext uri="{FF2B5EF4-FFF2-40B4-BE49-F238E27FC236}">
                <a16:creationId xmlns:a16="http://schemas.microsoft.com/office/drawing/2014/main" id="{A8355845-DE26-7198-B2CF-7868C1CEAA3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1676" y="1117600"/>
            <a:ext cx="5271689" cy="4622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333"/>
            </a:lvl1pPr>
          </a:lstStyle>
          <a:p>
            <a:endParaRPr lang="en-ID"/>
          </a:p>
        </p:txBody>
      </p:sp>
      <p:sp>
        <p:nvSpPr>
          <p:cNvPr id="80" name="Text Placeholder 29">
            <a:extLst>
              <a:ext uri="{FF2B5EF4-FFF2-40B4-BE49-F238E27FC236}">
                <a16:creationId xmlns:a16="http://schemas.microsoft.com/office/drawing/2014/main" id="{F86EE282-1EF4-62A2-779C-EB878597B92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560742" y="3821174"/>
            <a:ext cx="5043883" cy="323521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buNone/>
              <a:defRPr sz="1800" b="1">
                <a:solidFill>
                  <a:srgbClr val="FFFFFF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81" name="Title 1">
            <a:extLst>
              <a:ext uri="{FF2B5EF4-FFF2-40B4-BE49-F238E27FC236}">
                <a16:creationId xmlns:a16="http://schemas.microsoft.com/office/drawing/2014/main" id="{4C3A2759-D421-466C-0049-BF7444943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0743" y="1485900"/>
            <a:ext cx="5043882" cy="1943100"/>
          </a:xfrm>
        </p:spPr>
        <p:txBody>
          <a:bodyPr anchor="b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41C7500-A827-04B9-B0EF-2DBB9A14BDDD}"/>
              </a:ext>
            </a:extLst>
          </p:cNvPr>
          <p:cNvCxnSpPr>
            <a:cxnSpLocks/>
          </p:cNvCxnSpPr>
          <p:nvPr userDrawn="1"/>
        </p:nvCxnSpPr>
        <p:spPr>
          <a:xfrm>
            <a:off x="6416675" y="1485900"/>
            <a:ext cx="0" cy="1941036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86A68FF5-D245-3670-D1FD-1CBCD14BC34E}"/>
              </a:ext>
            </a:extLst>
          </p:cNvPr>
          <p:cNvSpPr/>
          <p:nvPr userDrawn="1"/>
        </p:nvSpPr>
        <p:spPr>
          <a:xfrm rot="10800000">
            <a:off x="584200" y="2476501"/>
            <a:ext cx="117475" cy="19049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3806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6FF304-8F5A-AE9D-9F8A-073146069168}"/>
              </a:ext>
            </a:extLst>
          </p:cNvPr>
          <p:cNvSpPr/>
          <p:nvPr userDrawn="1"/>
        </p:nvSpPr>
        <p:spPr>
          <a:xfrm>
            <a:off x="587375" y="1622423"/>
            <a:ext cx="11604625" cy="36131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0" name="Text Placeholder 29">
            <a:extLst>
              <a:ext uri="{FF2B5EF4-FFF2-40B4-BE49-F238E27FC236}">
                <a16:creationId xmlns:a16="http://schemas.microsoft.com/office/drawing/2014/main" id="{F86EE282-1EF4-62A2-779C-EB878597B92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217613" y="4640352"/>
            <a:ext cx="10387012" cy="323521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buNone/>
              <a:defRPr sz="1800" b="1">
                <a:solidFill>
                  <a:srgbClr val="FFFFFF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81" name="Title 1">
            <a:extLst>
              <a:ext uri="{FF2B5EF4-FFF2-40B4-BE49-F238E27FC236}">
                <a16:creationId xmlns:a16="http://schemas.microsoft.com/office/drawing/2014/main" id="{4C3A2759-D421-466C-0049-BF7444943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3" y="2456418"/>
            <a:ext cx="10387012" cy="1943100"/>
          </a:xfrm>
        </p:spPr>
        <p:txBody>
          <a:bodyPr anchor="ctr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41C7500-A827-04B9-B0EF-2DBB9A14BDDD}"/>
              </a:ext>
            </a:extLst>
          </p:cNvPr>
          <p:cNvCxnSpPr>
            <a:cxnSpLocks/>
          </p:cNvCxnSpPr>
          <p:nvPr userDrawn="1"/>
        </p:nvCxnSpPr>
        <p:spPr>
          <a:xfrm>
            <a:off x="1063625" y="2457450"/>
            <a:ext cx="0" cy="1941036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6226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6FF304-8F5A-AE9D-9F8A-073146069168}"/>
              </a:ext>
            </a:extLst>
          </p:cNvPr>
          <p:cNvSpPr/>
          <p:nvPr userDrawn="1"/>
        </p:nvSpPr>
        <p:spPr>
          <a:xfrm>
            <a:off x="587376" y="1622423"/>
            <a:ext cx="11017250" cy="36131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0" name="Text Placeholder 29">
            <a:extLst>
              <a:ext uri="{FF2B5EF4-FFF2-40B4-BE49-F238E27FC236}">
                <a16:creationId xmlns:a16="http://schemas.microsoft.com/office/drawing/2014/main" id="{F86EE282-1EF4-62A2-779C-EB878597B92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903288" y="4478427"/>
            <a:ext cx="10387012" cy="323521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1800" b="1">
                <a:solidFill>
                  <a:srgbClr val="FFFFFF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81" name="Title 1">
            <a:extLst>
              <a:ext uri="{FF2B5EF4-FFF2-40B4-BE49-F238E27FC236}">
                <a16:creationId xmlns:a16="http://schemas.microsoft.com/office/drawing/2014/main" id="{4C3A2759-D421-466C-0049-BF7444943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288" y="2294493"/>
            <a:ext cx="10387012" cy="1943100"/>
          </a:xfrm>
        </p:spPr>
        <p:txBody>
          <a:bodyPr anchor="ctr">
            <a:no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6A6EF3-CA9F-A84F-60F9-29E0269F7913}"/>
              </a:ext>
            </a:extLst>
          </p:cNvPr>
          <p:cNvSpPr/>
          <p:nvPr userDrawn="1"/>
        </p:nvSpPr>
        <p:spPr>
          <a:xfrm rot="5400000">
            <a:off x="6037262" y="4344757"/>
            <a:ext cx="117475" cy="19049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27132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113C14A-F91E-E368-53F3-9FC8BF33B41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86350" y="1033780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6FF304-8F5A-AE9D-9F8A-073146069168}"/>
              </a:ext>
            </a:extLst>
          </p:cNvPr>
          <p:cNvSpPr/>
          <p:nvPr userDrawn="1"/>
        </p:nvSpPr>
        <p:spPr>
          <a:xfrm>
            <a:off x="0" y="-1"/>
            <a:ext cx="5086349" cy="62356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F28F550A-A637-E065-107C-7C7A9E6C01F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233585" y="1033780"/>
            <a:ext cx="6371039" cy="47498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4" y="2343150"/>
            <a:ext cx="3564332" cy="2171700"/>
          </a:xfrm>
        </p:spPr>
        <p:txBody>
          <a:bodyPr anchor="ctr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2761200"/>
            <a:ext cx="0" cy="133560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811B2AFA-044A-C36C-021E-F07CB653D8E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86350" y="1648461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62" name="Text Placeholder 29">
            <a:extLst>
              <a:ext uri="{FF2B5EF4-FFF2-40B4-BE49-F238E27FC236}">
                <a16:creationId xmlns:a16="http://schemas.microsoft.com/office/drawing/2014/main" id="{E78C0ED6-4AAA-EFB9-FCD1-E8A57F469F17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233585" y="1648461"/>
            <a:ext cx="6371039" cy="47498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77561A31-0F6B-EC29-74AA-F136A20142E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086350" y="2263142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64" name="Text Placeholder 29">
            <a:extLst>
              <a:ext uri="{FF2B5EF4-FFF2-40B4-BE49-F238E27FC236}">
                <a16:creationId xmlns:a16="http://schemas.microsoft.com/office/drawing/2014/main" id="{C8C3894D-D32B-CD32-7B1E-F2C516B79D4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233585" y="2263142"/>
            <a:ext cx="6371039" cy="47498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95A56C3A-206F-EAD8-B5FC-BF3EA749704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86350" y="2877823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66" name="Text Placeholder 29">
            <a:extLst>
              <a:ext uri="{FF2B5EF4-FFF2-40B4-BE49-F238E27FC236}">
                <a16:creationId xmlns:a16="http://schemas.microsoft.com/office/drawing/2014/main" id="{E7964B58-8A41-D8B1-8EDB-58FCBE0AFBA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233585" y="2877823"/>
            <a:ext cx="6371039" cy="47498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DF3D4D0D-CC8E-E97F-3260-BD47F04F4BF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086350" y="3492504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68" name="Text Placeholder 29">
            <a:extLst>
              <a:ext uri="{FF2B5EF4-FFF2-40B4-BE49-F238E27FC236}">
                <a16:creationId xmlns:a16="http://schemas.microsoft.com/office/drawing/2014/main" id="{57EA9763-E16A-0112-AE6E-C8032ACF5328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233585" y="3492504"/>
            <a:ext cx="6371039" cy="47498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50030960-DEAA-31E8-F93C-19C0F3B1119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086350" y="4107185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70" name="Text Placeholder 29">
            <a:extLst>
              <a:ext uri="{FF2B5EF4-FFF2-40B4-BE49-F238E27FC236}">
                <a16:creationId xmlns:a16="http://schemas.microsoft.com/office/drawing/2014/main" id="{335EAFCE-8F0D-D52C-3CCA-E88FAB2D5789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233585" y="4107185"/>
            <a:ext cx="6371039" cy="47498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6B6646DC-ED17-C9B8-7BAC-C865F485315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86350" y="4721866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72" name="Text Placeholder 29">
            <a:extLst>
              <a:ext uri="{FF2B5EF4-FFF2-40B4-BE49-F238E27FC236}">
                <a16:creationId xmlns:a16="http://schemas.microsoft.com/office/drawing/2014/main" id="{4D3773C6-9E41-7F11-9C11-83020A87CE2E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233585" y="4721866"/>
            <a:ext cx="6371039" cy="47498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6FEBD0ED-9E29-AAE1-53AD-36C907E671F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086350" y="5336547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74" name="Text Placeholder 29">
            <a:extLst>
              <a:ext uri="{FF2B5EF4-FFF2-40B4-BE49-F238E27FC236}">
                <a16:creationId xmlns:a16="http://schemas.microsoft.com/office/drawing/2014/main" id="{269CBBE2-6FC6-E558-760E-5D918AD813EA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233585" y="5336547"/>
            <a:ext cx="6371039" cy="47498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932454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60035A9-FF24-F5AF-5182-A3914CCC1030}"/>
              </a:ext>
            </a:extLst>
          </p:cNvPr>
          <p:cNvGrpSpPr/>
          <p:nvPr userDrawn="1"/>
        </p:nvGrpSpPr>
        <p:grpSpPr>
          <a:xfrm flipV="1">
            <a:off x="587375" y="3782853"/>
            <a:ext cx="11017250" cy="2452846"/>
            <a:chOff x="587375" y="3782853"/>
            <a:chExt cx="11017250" cy="245284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441AC7B-FDFF-B7EA-80AB-81299E4C8A1B}"/>
                </a:ext>
              </a:extLst>
            </p:cNvPr>
            <p:cNvSpPr/>
            <p:nvPr userDrawn="1"/>
          </p:nvSpPr>
          <p:spPr>
            <a:xfrm>
              <a:off x="587375" y="3782853"/>
              <a:ext cx="11017250" cy="245284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C278148-A0BB-C425-A419-556F60508034}"/>
                </a:ext>
              </a:extLst>
            </p:cNvPr>
            <p:cNvSpPr/>
            <p:nvPr userDrawn="1"/>
          </p:nvSpPr>
          <p:spPr>
            <a:xfrm rot="5400000">
              <a:off x="6037262" y="5224463"/>
              <a:ext cx="117475" cy="190499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113C14A-F91E-E368-53F3-9FC8BF33B41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86350" y="863820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6FF304-8F5A-AE9D-9F8A-073146069168}"/>
              </a:ext>
            </a:extLst>
          </p:cNvPr>
          <p:cNvSpPr/>
          <p:nvPr userDrawn="1"/>
        </p:nvSpPr>
        <p:spPr>
          <a:xfrm>
            <a:off x="0" y="584200"/>
            <a:ext cx="5086349" cy="2844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F28F550A-A637-E065-107C-7C7A9E6C01F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233585" y="863820"/>
            <a:ext cx="6371039" cy="47498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920750"/>
            <a:ext cx="3680533" cy="2171700"/>
          </a:xfrm>
        </p:spPr>
        <p:txBody>
          <a:bodyPr anchor="ctr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1338800"/>
            <a:ext cx="0" cy="133560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811B2AFA-044A-C36C-021E-F07CB653D8E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86350" y="1478501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62" name="Text Placeholder 29">
            <a:extLst>
              <a:ext uri="{FF2B5EF4-FFF2-40B4-BE49-F238E27FC236}">
                <a16:creationId xmlns:a16="http://schemas.microsoft.com/office/drawing/2014/main" id="{E78C0ED6-4AAA-EFB9-FCD1-E8A57F469F17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233585" y="1478501"/>
            <a:ext cx="6371039" cy="47498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77561A31-0F6B-EC29-74AA-F136A20142E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086350" y="2093182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64" name="Text Placeholder 29">
            <a:extLst>
              <a:ext uri="{FF2B5EF4-FFF2-40B4-BE49-F238E27FC236}">
                <a16:creationId xmlns:a16="http://schemas.microsoft.com/office/drawing/2014/main" id="{C8C3894D-D32B-CD32-7B1E-F2C516B79D4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233585" y="2093182"/>
            <a:ext cx="6371039" cy="47498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95A56C3A-206F-EAD8-B5FC-BF3EA749704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86350" y="2707863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66" name="Text Placeholder 29">
            <a:extLst>
              <a:ext uri="{FF2B5EF4-FFF2-40B4-BE49-F238E27FC236}">
                <a16:creationId xmlns:a16="http://schemas.microsoft.com/office/drawing/2014/main" id="{E7964B58-8A41-D8B1-8EDB-58FCBE0AFBA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233585" y="2707863"/>
            <a:ext cx="6371039" cy="47498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7FEAEC78-CBED-438F-1CFE-067AC96B97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4850" y="3900328"/>
            <a:ext cx="10782300" cy="23336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21049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0FFB1B8D-7AAD-0B62-F76D-6964122D463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250544" y="2164935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C8B15BD3-2A3F-B505-D2C1-0332B340314E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397779" y="2098895"/>
            <a:ext cx="7206846" cy="60706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B6055E9-E6F7-641B-80FB-0B939D173EF4}"/>
              </a:ext>
            </a:extLst>
          </p:cNvPr>
          <p:cNvSpPr/>
          <p:nvPr userDrawn="1"/>
        </p:nvSpPr>
        <p:spPr>
          <a:xfrm>
            <a:off x="4079876" y="593363"/>
            <a:ext cx="8112124" cy="13021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A830DC25-802B-19A0-E4B3-1D633449C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97779" y="696887"/>
            <a:ext cx="7206841" cy="1095064"/>
          </a:xfrm>
        </p:spPr>
        <p:txBody>
          <a:bodyPr anchor="ctr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text</a:t>
            </a:r>
            <a:endParaRPr lang="en-ID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90EA30-774B-C58A-0F2E-BA47E1EB0D86}"/>
              </a:ext>
            </a:extLst>
          </p:cNvPr>
          <p:cNvCxnSpPr>
            <a:cxnSpLocks/>
          </p:cNvCxnSpPr>
          <p:nvPr userDrawn="1"/>
        </p:nvCxnSpPr>
        <p:spPr>
          <a:xfrm>
            <a:off x="4253711" y="696887"/>
            <a:ext cx="0" cy="1095064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639F1C6C-BB59-58E7-1E81-91812893CE7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250544" y="2995503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43" name="Text Placeholder 29">
            <a:extLst>
              <a:ext uri="{FF2B5EF4-FFF2-40B4-BE49-F238E27FC236}">
                <a16:creationId xmlns:a16="http://schemas.microsoft.com/office/drawing/2014/main" id="{2527CCD0-482E-202A-43B0-D766A243E65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397779" y="2929463"/>
            <a:ext cx="7206846" cy="60706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74587298-4FAA-6464-EA9C-B59BE403C60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250544" y="3826071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45" name="Text Placeholder 29">
            <a:extLst>
              <a:ext uri="{FF2B5EF4-FFF2-40B4-BE49-F238E27FC236}">
                <a16:creationId xmlns:a16="http://schemas.microsoft.com/office/drawing/2014/main" id="{81B86203-E913-D3E3-6642-EF37EB50794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397779" y="3760031"/>
            <a:ext cx="7206846" cy="60706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E15B20AD-6668-A82D-9445-5A496E722F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250544" y="4656639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47" name="Text Placeholder 29">
            <a:extLst>
              <a:ext uri="{FF2B5EF4-FFF2-40B4-BE49-F238E27FC236}">
                <a16:creationId xmlns:a16="http://schemas.microsoft.com/office/drawing/2014/main" id="{D66A7128-1B7C-EA25-B14F-427F785C99E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397779" y="4590599"/>
            <a:ext cx="7206846" cy="60706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2DC4498E-5031-CDF7-F1A6-A4EF750AEAA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250544" y="5487207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CA641483-D5A7-E85B-23E4-88F7A9E459A2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397779" y="5421167"/>
            <a:ext cx="7206846" cy="60706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CF29C0E-E389-C3AB-7738-A08CB4F74F41}"/>
              </a:ext>
            </a:extLst>
          </p:cNvPr>
          <p:cNvSpPr/>
          <p:nvPr userDrawn="1"/>
        </p:nvSpPr>
        <p:spPr>
          <a:xfrm>
            <a:off x="-1" y="584199"/>
            <a:ext cx="3663165" cy="54440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3" name="Picture Placeholder 11">
            <a:extLst>
              <a:ext uri="{FF2B5EF4-FFF2-40B4-BE49-F238E27FC236}">
                <a16:creationId xmlns:a16="http://schemas.microsoft.com/office/drawing/2014/main" id="{9B208A22-0813-6CAE-ECAB-29C5A41BE16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701649"/>
            <a:ext cx="3545689" cy="52091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333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1DA9EEE-E688-859F-C090-FAA63706DA41}"/>
              </a:ext>
            </a:extLst>
          </p:cNvPr>
          <p:cNvSpPr/>
          <p:nvPr userDrawn="1"/>
        </p:nvSpPr>
        <p:spPr>
          <a:xfrm>
            <a:off x="3545689" y="2476501"/>
            <a:ext cx="117475" cy="19049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2581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0FFB1B8D-7AAD-0B62-F76D-6964122D463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05278" y="2090857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C8B15BD3-2A3F-B505-D2C1-0332B340314E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052513" y="2024817"/>
            <a:ext cx="10552112" cy="60706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B6055E9-E6F7-641B-80FB-0B939D173EF4}"/>
              </a:ext>
            </a:extLst>
          </p:cNvPr>
          <p:cNvSpPr/>
          <p:nvPr userDrawn="1"/>
        </p:nvSpPr>
        <p:spPr>
          <a:xfrm>
            <a:off x="587374" y="593363"/>
            <a:ext cx="11604625" cy="10669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A830DC25-802B-19A0-E4B3-1D633449C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5278" y="678193"/>
            <a:ext cx="10699347" cy="897319"/>
          </a:xfrm>
        </p:spPr>
        <p:txBody>
          <a:bodyPr anchor="ctr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text</a:t>
            </a:r>
            <a:endParaRPr lang="en-ID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90EA30-774B-C58A-0F2E-BA47E1EB0D86}"/>
              </a:ext>
            </a:extLst>
          </p:cNvPr>
          <p:cNvCxnSpPr>
            <a:cxnSpLocks/>
          </p:cNvCxnSpPr>
          <p:nvPr userDrawn="1"/>
        </p:nvCxnSpPr>
        <p:spPr>
          <a:xfrm>
            <a:off x="761210" y="678193"/>
            <a:ext cx="0" cy="897319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639F1C6C-BB59-58E7-1E81-91812893CE7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05278" y="2921425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43" name="Text Placeholder 29">
            <a:extLst>
              <a:ext uri="{FF2B5EF4-FFF2-40B4-BE49-F238E27FC236}">
                <a16:creationId xmlns:a16="http://schemas.microsoft.com/office/drawing/2014/main" id="{2527CCD0-482E-202A-43B0-D766A243E65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52513" y="2855385"/>
            <a:ext cx="10552112" cy="60706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74587298-4FAA-6464-EA9C-B59BE403C60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05278" y="3751993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45" name="Text Placeholder 29">
            <a:extLst>
              <a:ext uri="{FF2B5EF4-FFF2-40B4-BE49-F238E27FC236}">
                <a16:creationId xmlns:a16="http://schemas.microsoft.com/office/drawing/2014/main" id="{81B86203-E913-D3E3-6642-EF37EB50794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52513" y="3685953"/>
            <a:ext cx="10552112" cy="60706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E15B20AD-6668-A82D-9445-5A496E722F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05278" y="4582561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47" name="Text Placeholder 29">
            <a:extLst>
              <a:ext uri="{FF2B5EF4-FFF2-40B4-BE49-F238E27FC236}">
                <a16:creationId xmlns:a16="http://schemas.microsoft.com/office/drawing/2014/main" id="{D66A7128-1B7C-EA25-B14F-427F785C99E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052513" y="4516521"/>
            <a:ext cx="10552112" cy="60706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2DC4498E-5031-CDF7-F1A6-A4EF750AEAA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05278" y="5413129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CA641483-D5A7-E85B-23E4-88F7A9E459A2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52513" y="5347089"/>
            <a:ext cx="10552112" cy="60706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0886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C8B15BD3-2A3F-B505-D2C1-0332B340314E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87375" y="2046407"/>
            <a:ext cx="2005012" cy="3062168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lIns="90000" tIns="288000" rIns="91440" bIns="0" anchor="t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43" name="Text Placeholder 29">
            <a:extLst>
              <a:ext uri="{FF2B5EF4-FFF2-40B4-BE49-F238E27FC236}">
                <a16:creationId xmlns:a16="http://schemas.microsoft.com/office/drawing/2014/main" id="{2527CCD0-482E-202A-43B0-D766A243E65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2840434" y="2046407"/>
            <a:ext cx="2005012" cy="3062168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lIns="90000" tIns="288000" rIns="91440" bIns="0" anchor="t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45" name="Text Placeholder 29">
            <a:extLst>
              <a:ext uri="{FF2B5EF4-FFF2-40B4-BE49-F238E27FC236}">
                <a16:creationId xmlns:a16="http://schemas.microsoft.com/office/drawing/2014/main" id="{81B86203-E913-D3E3-6642-EF37EB50794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093493" y="2046407"/>
            <a:ext cx="2005012" cy="3062168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lIns="90000" tIns="288000" rIns="91440" bIns="0" anchor="t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47" name="Text Placeholder 29">
            <a:extLst>
              <a:ext uri="{FF2B5EF4-FFF2-40B4-BE49-F238E27FC236}">
                <a16:creationId xmlns:a16="http://schemas.microsoft.com/office/drawing/2014/main" id="{D66A7128-1B7C-EA25-B14F-427F785C99E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346553" y="2046407"/>
            <a:ext cx="2005012" cy="3062168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lIns="90000" tIns="288000" rIns="91440" bIns="0" anchor="t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CA641483-D5A7-E85B-23E4-88F7A9E459A2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9599613" y="2046407"/>
            <a:ext cx="2005012" cy="3062168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lIns="90000" tIns="288000" rIns="91440" bIns="0" anchor="t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0FFB1B8D-7AAD-0B62-F76D-6964122D463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rot="5400000">
            <a:off x="1557734" y="1755180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639F1C6C-BB59-58E7-1E81-91812893CE7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 rot="5400000">
            <a:off x="3810794" y="1755180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74587298-4FAA-6464-EA9C-B59BE403C60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 rot="5400000">
            <a:off x="6063854" y="1755180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E15B20AD-6668-A82D-9445-5A496E722F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 rot="5400000">
            <a:off x="8316914" y="1755180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2DC4498E-5031-CDF7-F1A6-A4EF750AEAA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 rot="5400000">
            <a:off x="10569972" y="1755180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DA916C-63A0-466A-BC69-A6BB9AE21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586105"/>
            <a:ext cx="10873182" cy="709295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2C06518-9E58-A831-AE4A-4EECA507A2D8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5690"/>
            <a:ext cx="0" cy="70971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5745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0FFB1B8D-7AAD-0B62-F76D-6964122D463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6000" y="1452087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B6055E9-E6F7-641B-80FB-0B939D173EF4}"/>
              </a:ext>
            </a:extLst>
          </p:cNvPr>
          <p:cNvSpPr/>
          <p:nvPr userDrawn="1"/>
        </p:nvSpPr>
        <p:spPr>
          <a:xfrm>
            <a:off x="0" y="2567262"/>
            <a:ext cx="5330824" cy="17189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A830DC25-802B-19A0-E4B3-1D633449C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1" y="2703930"/>
            <a:ext cx="4425950" cy="1445652"/>
          </a:xfrm>
        </p:spPr>
        <p:txBody>
          <a:bodyPr anchor="ctr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text</a:t>
            </a:r>
            <a:endParaRPr lang="en-ID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90EA30-774B-C58A-0F2E-BA47E1EB0D86}"/>
              </a:ext>
            </a:extLst>
          </p:cNvPr>
          <p:cNvCxnSpPr>
            <a:cxnSpLocks/>
          </p:cNvCxnSpPr>
          <p:nvPr userDrawn="1"/>
        </p:nvCxnSpPr>
        <p:spPr>
          <a:xfrm>
            <a:off x="5196888" y="2879224"/>
            <a:ext cx="0" cy="1095064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17F8224B-2972-D6CA-7891-5E3A39916B6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50977" y="1326515"/>
            <a:ext cx="5361390" cy="323521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Website</a:t>
            </a:r>
            <a:endParaRPr lang="en-ID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0150F3D9-C5BA-2CF3-577A-20D417C84D5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250977" y="1722034"/>
            <a:ext cx="5361390" cy="32352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8CDB50DB-14FB-8EC2-BBF8-9D39B761BAD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096000" y="2609277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A3C8A60E-A492-680C-9A67-071F63EDE37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50977" y="2483705"/>
            <a:ext cx="5361390" cy="323521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Email</a:t>
            </a:r>
            <a:endParaRPr lang="en-ID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54189725-F503-3346-0B77-4175202475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250977" y="2879224"/>
            <a:ext cx="5361390" cy="32352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6A7119A9-F6C1-3E78-A7B8-7A4695A37DF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096000" y="3766467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0ECAA7E2-DF4B-A5D2-BE65-C795750AE42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250977" y="3640895"/>
            <a:ext cx="5361390" cy="323521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Phone Number</a:t>
            </a:r>
            <a:endParaRPr lang="en-ID"/>
          </a:p>
        </p:txBody>
      </p:sp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FFF608BC-B1D4-AD27-2B53-0F088AECCDBA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250977" y="4036414"/>
            <a:ext cx="5361390" cy="32352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A8469B-66C0-388B-FF13-7E8091A3F56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096000" y="4923657"/>
            <a:ext cx="64295" cy="474980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accent4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D2474B70-73D5-F138-81CA-B06F430971D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250977" y="4798085"/>
            <a:ext cx="5361390" cy="323521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Location</a:t>
            </a:r>
            <a:endParaRPr lang="en-ID"/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A4A35D17-0A9F-3774-435D-AEBADBA7499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6250977" y="5193604"/>
            <a:ext cx="5361390" cy="32352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157209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C8B15BD3-2A3F-B505-D2C1-0332B340314E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76999" y="1326515"/>
            <a:ext cx="5127625" cy="60706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B6055E9-E6F7-641B-80FB-0B939D173EF4}"/>
              </a:ext>
            </a:extLst>
          </p:cNvPr>
          <p:cNvSpPr/>
          <p:nvPr userDrawn="1"/>
        </p:nvSpPr>
        <p:spPr>
          <a:xfrm>
            <a:off x="0" y="2567262"/>
            <a:ext cx="5330824" cy="17189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A830DC25-802B-19A0-E4B3-1D633449C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1" y="2703930"/>
            <a:ext cx="4425950" cy="1445652"/>
          </a:xfrm>
        </p:spPr>
        <p:txBody>
          <a:bodyPr anchor="ctr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text</a:t>
            </a:r>
            <a:endParaRPr lang="en-ID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90EA30-774B-C58A-0F2E-BA47E1EB0D86}"/>
              </a:ext>
            </a:extLst>
          </p:cNvPr>
          <p:cNvCxnSpPr>
            <a:cxnSpLocks/>
          </p:cNvCxnSpPr>
          <p:nvPr userDrawn="1"/>
        </p:nvCxnSpPr>
        <p:spPr>
          <a:xfrm>
            <a:off x="5196888" y="2879224"/>
            <a:ext cx="0" cy="1095064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6667C09D-F5FE-C8BE-C254-35A6F3EC9B49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476999" y="2520907"/>
            <a:ext cx="5127625" cy="60706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F313C270-1389-4400-B626-0F91E48EF99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476999" y="3715299"/>
            <a:ext cx="5127625" cy="60706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A68D81B6-7EAF-9410-F2E1-FEE807D73D14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476999" y="4909691"/>
            <a:ext cx="5127625" cy="60706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B374301-5977-9039-ACCF-24F94B55243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839091" y="1373136"/>
            <a:ext cx="513817" cy="513817"/>
          </a:xfrm>
          <a:custGeom>
            <a:avLst/>
            <a:gdLst>
              <a:gd name="connsiteX0" fmla="*/ 391447 w 513817"/>
              <a:gd name="connsiteY0" fmla="*/ 270430 h 513817"/>
              <a:gd name="connsiteX1" fmla="*/ 294093 w 513817"/>
              <a:gd name="connsiteY1" fmla="*/ 469872 h 513817"/>
              <a:gd name="connsiteX2" fmla="*/ 472576 w 513817"/>
              <a:gd name="connsiteY2" fmla="*/ 270430 h 513817"/>
              <a:gd name="connsiteX3" fmla="*/ 270430 w 513817"/>
              <a:gd name="connsiteY3" fmla="*/ 270430 h 513817"/>
              <a:gd name="connsiteX4" fmla="*/ 270430 w 513817"/>
              <a:gd name="connsiteY4" fmla="*/ 456351 h 513817"/>
              <a:gd name="connsiteX5" fmla="*/ 364404 w 513817"/>
              <a:gd name="connsiteY5" fmla="*/ 270430 h 513817"/>
              <a:gd name="connsiteX6" fmla="*/ 149413 w 513817"/>
              <a:gd name="connsiteY6" fmla="*/ 270430 h 513817"/>
              <a:gd name="connsiteX7" fmla="*/ 243387 w 513817"/>
              <a:gd name="connsiteY7" fmla="*/ 456351 h 513817"/>
              <a:gd name="connsiteX8" fmla="*/ 243387 w 513817"/>
              <a:gd name="connsiteY8" fmla="*/ 270430 h 513817"/>
              <a:gd name="connsiteX9" fmla="*/ 41241 w 513817"/>
              <a:gd name="connsiteY9" fmla="*/ 270430 h 513817"/>
              <a:gd name="connsiteX10" fmla="*/ 219724 w 513817"/>
              <a:gd name="connsiteY10" fmla="*/ 469872 h 513817"/>
              <a:gd name="connsiteX11" fmla="*/ 122370 w 513817"/>
              <a:gd name="connsiteY11" fmla="*/ 270430 h 513817"/>
              <a:gd name="connsiteX12" fmla="*/ 270430 w 513817"/>
              <a:gd name="connsiteY12" fmla="*/ 57466 h 513817"/>
              <a:gd name="connsiteX13" fmla="*/ 270430 w 513817"/>
              <a:gd name="connsiteY13" fmla="*/ 243387 h 513817"/>
              <a:gd name="connsiteX14" fmla="*/ 364404 w 513817"/>
              <a:gd name="connsiteY14" fmla="*/ 243387 h 513817"/>
              <a:gd name="connsiteX15" fmla="*/ 270430 w 513817"/>
              <a:gd name="connsiteY15" fmla="*/ 57466 h 513817"/>
              <a:gd name="connsiteX16" fmla="*/ 243387 w 513817"/>
              <a:gd name="connsiteY16" fmla="*/ 57466 h 513817"/>
              <a:gd name="connsiteX17" fmla="*/ 149413 w 513817"/>
              <a:gd name="connsiteY17" fmla="*/ 243387 h 513817"/>
              <a:gd name="connsiteX18" fmla="*/ 243387 w 513817"/>
              <a:gd name="connsiteY18" fmla="*/ 243387 h 513817"/>
              <a:gd name="connsiteX19" fmla="*/ 294093 w 513817"/>
              <a:gd name="connsiteY19" fmla="*/ 43945 h 513817"/>
              <a:gd name="connsiteX20" fmla="*/ 391447 w 513817"/>
              <a:gd name="connsiteY20" fmla="*/ 243387 h 513817"/>
              <a:gd name="connsiteX21" fmla="*/ 472576 w 513817"/>
              <a:gd name="connsiteY21" fmla="*/ 243387 h 513817"/>
              <a:gd name="connsiteX22" fmla="*/ 294093 w 513817"/>
              <a:gd name="connsiteY22" fmla="*/ 43945 h 513817"/>
              <a:gd name="connsiteX23" fmla="*/ 219724 w 513817"/>
              <a:gd name="connsiteY23" fmla="*/ 43945 h 513817"/>
              <a:gd name="connsiteX24" fmla="*/ 41241 w 513817"/>
              <a:gd name="connsiteY24" fmla="*/ 243387 h 513817"/>
              <a:gd name="connsiteX25" fmla="*/ 122370 w 513817"/>
              <a:gd name="connsiteY25" fmla="*/ 243387 h 513817"/>
              <a:gd name="connsiteX26" fmla="*/ 219724 w 513817"/>
              <a:gd name="connsiteY26" fmla="*/ 43945 h 513817"/>
              <a:gd name="connsiteX27" fmla="*/ 256909 w 513817"/>
              <a:gd name="connsiteY27" fmla="*/ 0 h 513817"/>
              <a:gd name="connsiteX28" fmla="*/ 513817 w 513817"/>
              <a:gd name="connsiteY28" fmla="*/ 256909 h 513817"/>
              <a:gd name="connsiteX29" fmla="*/ 256909 w 513817"/>
              <a:gd name="connsiteY29" fmla="*/ 513817 h 513817"/>
              <a:gd name="connsiteX30" fmla="*/ 0 w 513817"/>
              <a:gd name="connsiteY30" fmla="*/ 256909 h 513817"/>
              <a:gd name="connsiteX31" fmla="*/ 256909 w 513817"/>
              <a:gd name="connsiteY31" fmla="*/ 0 h 513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13817" h="513817">
                <a:moveTo>
                  <a:pt x="391447" y="270430"/>
                </a:moveTo>
                <a:cubicBezTo>
                  <a:pt x="386715" y="347503"/>
                  <a:pt x="338038" y="415786"/>
                  <a:pt x="294093" y="469872"/>
                </a:cubicBezTo>
                <a:cubicBezTo>
                  <a:pt x="391447" y="452970"/>
                  <a:pt x="466492" y="371165"/>
                  <a:pt x="472576" y="270430"/>
                </a:cubicBezTo>
                <a:close/>
                <a:moveTo>
                  <a:pt x="270430" y="270430"/>
                </a:moveTo>
                <a:lnTo>
                  <a:pt x="270430" y="456351"/>
                </a:lnTo>
                <a:cubicBezTo>
                  <a:pt x="313699" y="402941"/>
                  <a:pt x="358996" y="340066"/>
                  <a:pt x="364404" y="270430"/>
                </a:cubicBezTo>
                <a:close/>
                <a:moveTo>
                  <a:pt x="149413" y="270430"/>
                </a:moveTo>
                <a:cubicBezTo>
                  <a:pt x="154821" y="340066"/>
                  <a:pt x="200118" y="402941"/>
                  <a:pt x="243387" y="456351"/>
                </a:cubicBezTo>
                <a:lnTo>
                  <a:pt x="243387" y="270430"/>
                </a:lnTo>
                <a:close/>
                <a:moveTo>
                  <a:pt x="41241" y="270430"/>
                </a:moveTo>
                <a:cubicBezTo>
                  <a:pt x="47325" y="371165"/>
                  <a:pt x="122370" y="452970"/>
                  <a:pt x="219724" y="469872"/>
                </a:cubicBezTo>
                <a:cubicBezTo>
                  <a:pt x="175780" y="415786"/>
                  <a:pt x="127778" y="347503"/>
                  <a:pt x="122370" y="270430"/>
                </a:cubicBezTo>
                <a:close/>
                <a:moveTo>
                  <a:pt x="270430" y="57466"/>
                </a:moveTo>
                <a:lnTo>
                  <a:pt x="270430" y="243387"/>
                </a:lnTo>
                <a:lnTo>
                  <a:pt x="364404" y="243387"/>
                </a:lnTo>
                <a:cubicBezTo>
                  <a:pt x="358996" y="173075"/>
                  <a:pt x="313699" y="110876"/>
                  <a:pt x="270430" y="57466"/>
                </a:cubicBezTo>
                <a:close/>
                <a:moveTo>
                  <a:pt x="243387" y="57466"/>
                </a:moveTo>
                <a:cubicBezTo>
                  <a:pt x="200118" y="110876"/>
                  <a:pt x="154821" y="173751"/>
                  <a:pt x="149413" y="243387"/>
                </a:cubicBezTo>
                <a:lnTo>
                  <a:pt x="243387" y="243387"/>
                </a:lnTo>
                <a:close/>
                <a:moveTo>
                  <a:pt x="294093" y="43945"/>
                </a:moveTo>
                <a:cubicBezTo>
                  <a:pt x="338038" y="98031"/>
                  <a:pt x="386715" y="166314"/>
                  <a:pt x="391447" y="243387"/>
                </a:cubicBezTo>
                <a:lnTo>
                  <a:pt x="472576" y="243387"/>
                </a:lnTo>
                <a:cubicBezTo>
                  <a:pt x="466492" y="142652"/>
                  <a:pt x="391447" y="60847"/>
                  <a:pt x="294093" y="43945"/>
                </a:cubicBezTo>
                <a:close/>
                <a:moveTo>
                  <a:pt x="219724" y="43945"/>
                </a:moveTo>
                <a:cubicBezTo>
                  <a:pt x="122370" y="60847"/>
                  <a:pt x="47325" y="142652"/>
                  <a:pt x="41241" y="243387"/>
                </a:cubicBezTo>
                <a:lnTo>
                  <a:pt x="122370" y="243387"/>
                </a:lnTo>
                <a:cubicBezTo>
                  <a:pt x="127102" y="166314"/>
                  <a:pt x="175780" y="98031"/>
                  <a:pt x="219724" y="43945"/>
                </a:cubicBezTo>
                <a:close/>
                <a:moveTo>
                  <a:pt x="256909" y="0"/>
                </a:moveTo>
                <a:cubicBezTo>
                  <a:pt x="398884" y="0"/>
                  <a:pt x="513817" y="114933"/>
                  <a:pt x="513817" y="256909"/>
                </a:cubicBezTo>
                <a:cubicBezTo>
                  <a:pt x="513817" y="398884"/>
                  <a:pt x="398884" y="513817"/>
                  <a:pt x="256909" y="513817"/>
                </a:cubicBezTo>
                <a:cubicBezTo>
                  <a:pt x="114933" y="513817"/>
                  <a:pt x="0" y="398884"/>
                  <a:pt x="0" y="256909"/>
                </a:cubicBezTo>
                <a:cubicBezTo>
                  <a:pt x="0" y="114933"/>
                  <a:pt x="114933" y="0"/>
                  <a:pt x="2569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89560EE-D986-44EE-9C19-CCA4ED43D787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825570" y="2540400"/>
            <a:ext cx="540860" cy="594946"/>
          </a:xfrm>
          <a:custGeom>
            <a:avLst/>
            <a:gdLst>
              <a:gd name="connsiteX0" fmla="*/ 270768 w 540860"/>
              <a:gd name="connsiteY0" fmla="*/ 393307 h 594946"/>
              <a:gd name="connsiteX1" fmla="*/ 205527 w 540860"/>
              <a:gd name="connsiteY1" fmla="*/ 419167 h 594946"/>
              <a:gd name="connsiteX2" fmla="*/ 196062 w 540860"/>
              <a:gd name="connsiteY2" fmla="*/ 427956 h 594946"/>
              <a:gd name="connsiteX3" fmla="*/ 62199 w 540860"/>
              <a:gd name="connsiteY3" fmla="*/ 554382 h 594946"/>
              <a:gd name="connsiteX4" fmla="*/ 478661 w 540860"/>
              <a:gd name="connsiteY4" fmla="*/ 554382 h 594946"/>
              <a:gd name="connsiteX5" fmla="*/ 345474 w 540860"/>
              <a:gd name="connsiteY5" fmla="*/ 427956 h 594946"/>
              <a:gd name="connsiteX6" fmla="*/ 336009 w 540860"/>
              <a:gd name="connsiteY6" fmla="*/ 419167 h 594946"/>
              <a:gd name="connsiteX7" fmla="*/ 270768 w 540860"/>
              <a:gd name="connsiteY7" fmla="*/ 393307 h 594946"/>
              <a:gd name="connsiteX8" fmla="*/ 500296 w 540860"/>
              <a:gd name="connsiteY8" fmla="*/ 281247 h 594946"/>
              <a:gd name="connsiteX9" fmla="*/ 365081 w 540860"/>
              <a:gd name="connsiteY9" fmla="*/ 409701 h 594946"/>
              <a:gd name="connsiteX10" fmla="*/ 500296 w 540860"/>
              <a:gd name="connsiteY10" fmla="*/ 538156 h 594946"/>
              <a:gd name="connsiteX11" fmla="*/ 40565 w 540860"/>
              <a:gd name="connsiteY11" fmla="*/ 280571 h 594946"/>
              <a:gd name="connsiteX12" fmla="*/ 40565 w 540860"/>
              <a:gd name="connsiteY12" fmla="*/ 537480 h 594946"/>
              <a:gd name="connsiteX13" fmla="*/ 175780 w 540860"/>
              <a:gd name="connsiteY13" fmla="*/ 409025 h 594946"/>
              <a:gd name="connsiteX14" fmla="*/ 270429 w 540860"/>
              <a:gd name="connsiteY14" fmla="*/ 215668 h 594946"/>
              <a:gd name="connsiteX15" fmla="*/ 248795 w 540860"/>
              <a:gd name="connsiteY15" fmla="*/ 237302 h 594946"/>
              <a:gd name="connsiteX16" fmla="*/ 270429 w 540860"/>
              <a:gd name="connsiteY16" fmla="*/ 258936 h 594946"/>
              <a:gd name="connsiteX17" fmla="*/ 292064 w 540860"/>
              <a:gd name="connsiteY17" fmla="*/ 237302 h 594946"/>
              <a:gd name="connsiteX18" fmla="*/ 270429 w 540860"/>
              <a:gd name="connsiteY18" fmla="*/ 215668 h 594946"/>
              <a:gd name="connsiteX19" fmla="*/ 271105 w 540860"/>
              <a:gd name="connsiteY19" fmla="*/ 147384 h 594946"/>
              <a:gd name="connsiteX20" fmla="*/ 358995 w 540860"/>
              <a:gd name="connsiteY20" fmla="*/ 235274 h 594946"/>
              <a:gd name="connsiteX21" fmla="*/ 358995 w 540860"/>
              <a:gd name="connsiteY21" fmla="*/ 256908 h 594946"/>
              <a:gd name="connsiteX22" fmla="*/ 337361 w 540860"/>
              <a:gd name="connsiteY22" fmla="*/ 278543 h 594946"/>
              <a:gd name="connsiteX23" fmla="*/ 304233 w 540860"/>
              <a:gd name="connsiteY23" fmla="*/ 263669 h 594946"/>
              <a:gd name="connsiteX24" fmla="*/ 248119 w 540860"/>
              <a:gd name="connsiteY24" fmla="*/ 272458 h 594946"/>
              <a:gd name="connsiteX25" fmla="*/ 229865 w 540860"/>
              <a:gd name="connsiteY25" fmla="*/ 219048 h 594946"/>
              <a:gd name="connsiteX26" fmla="*/ 279218 w 540860"/>
              <a:gd name="connsiteY26" fmla="*/ 192005 h 594946"/>
              <a:gd name="connsiteX27" fmla="*/ 315050 w 540860"/>
              <a:gd name="connsiteY27" fmla="*/ 235950 h 594946"/>
              <a:gd name="connsiteX28" fmla="*/ 336685 w 540860"/>
              <a:gd name="connsiteY28" fmla="*/ 257584 h 594946"/>
              <a:gd name="connsiteX29" fmla="*/ 336685 w 540860"/>
              <a:gd name="connsiteY29" fmla="*/ 235950 h 594946"/>
              <a:gd name="connsiteX30" fmla="*/ 271105 w 540860"/>
              <a:gd name="connsiteY30" fmla="*/ 170371 h 594946"/>
              <a:gd name="connsiteX31" fmla="*/ 205526 w 540860"/>
              <a:gd name="connsiteY31" fmla="*/ 235950 h 594946"/>
              <a:gd name="connsiteX32" fmla="*/ 270429 w 540860"/>
              <a:gd name="connsiteY32" fmla="*/ 301529 h 594946"/>
              <a:gd name="connsiteX33" fmla="*/ 303557 w 540860"/>
              <a:gd name="connsiteY33" fmla="*/ 293416 h 594946"/>
              <a:gd name="connsiteX34" fmla="*/ 319107 w 540860"/>
              <a:gd name="connsiteY34" fmla="*/ 298149 h 594946"/>
              <a:gd name="connsiteX35" fmla="*/ 314374 w 540860"/>
              <a:gd name="connsiteY35" fmla="*/ 313698 h 594946"/>
              <a:gd name="connsiteX36" fmla="*/ 270429 w 540860"/>
              <a:gd name="connsiteY36" fmla="*/ 324516 h 594946"/>
              <a:gd name="connsiteX37" fmla="*/ 183216 w 540860"/>
              <a:gd name="connsiteY37" fmla="*/ 235274 h 594946"/>
              <a:gd name="connsiteX38" fmla="*/ 271105 w 540860"/>
              <a:gd name="connsiteY38" fmla="*/ 147384 h 594946"/>
              <a:gd name="connsiteX39" fmla="*/ 135215 w 540860"/>
              <a:gd name="connsiteY39" fmla="*/ 108172 h 594946"/>
              <a:gd name="connsiteX40" fmla="*/ 135215 w 540860"/>
              <a:gd name="connsiteY40" fmla="*/ 333305 h 594946"/>
              <a:gd name="connsiteX41" fmla="*/ 196062 w 540860"/>
              <a:gd name="connsiteY41" fmla="*/ 391447 h 594946"/>
              <a:gd name="connsiteX42" fmla="*/ 344798 w 540860"/>
              <a:gd name="connsiteY42" fmla="*/ 391447 h 594946"/>
              <a:gd name="connsiteX43" fmla="*/ 405645 w 540860"/>
              <a:gd name="connsiteY43" fmla="*/ 333305 h 594946"/>
              <a:gd name="connsiteX44" fmla="*/ 405645 w 540860"/>
              <a:gd name="connsiteY44" fmla="*/ 108172 h 594946"/>
              <a:gd name="connsiteX45" fmla="*/ 270430 w 540860"/>
              <a:gd name="connsiteY45" fmla="*/ 0 h 594946"/>
              <a:gd name="connsiteX46" fmla="*/ 351559 w 540860"/>
              <a:gd name="connsiteY46" fmla="*/ 67608 h 594946"/>
              <a:gd name="connsiteX47" fmla="*/ 446210 w 540860"/>
              <a:gd name="connsiteY47" fmla="*/ 67608 h 594946"/>
              <a:gd name="connsiteX48" fmla="*/ 446210 w 540860"/>
              <a:gd name="connsiteY48" fmla="*/ 126426 h 594946"/>
              <a:gd name="connsiteX49" fmla="*/ 540860 w 540860"/>
              <a:gd name="connsiteY49" fmla="*/ 217020 h 594946"/>
              <a:gd name="connsiteX50" fmla="*/ 540860 w 540860"/>
              <a:gd name="connsiteY50" fmla="*/ 594946 h 594946"/>
              <a:gd name="connsiteX51" fmla="*/ 0 w 540860"/>
              <a:gd name="connsiteY51" fmla="*/ 594946 h 594946"/>
              <a:gd name="connsiteX52" fmla="*/ 0 w 540860"/>
              <a:gd name="connsiteY52" fmla="*/ 217020 h 594946"/>
              <a:gd name="connsiteX53" fmla="*/ 94651 w 540860"/>
              <a:gd name="connsiteY53" fmla="*/ 127102 h 594946"/>
              <a:gd name="connsiteX54" fmla="*/ 94651 w 540860"/>
              <a:gd name="connsiteY54" fmla="*/ 67608 h 594946"/>
              <a:gd name="connsiteX55" fmla="*/ 189301 w 540860"/>
              <a:gd name="connsiteY55" fmla="*/ 67608 h 594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40860" h="594946">
                <a:moveTo>
                  <a:pt x="270768" y="393307"/>
                </a:moveTo>
                <a:cubicBezTo>
                  <a:pt x="247275" y="393307"/>
                  <a:pt x="223781" y="401927"/>
                  <a:pt x="205527" y="419167"/>
                </a:cubicBezTo>
                <a:lnTo>
                  <a:pt x="196062" y="427956"/>
                </a:lnTo>
                <a:lnTo>
                  <a:pt x="62199" y="554382"/>
                </a:lnTo>
                <a:lnTo>
                  <a:pt x="478661" y="554382"/>
                </a:lnTo>
                <a:lnTo>
                  <a:pt x="345474" y="427956"/>
                </a:lnTo>
                <a:lnTo>
                  <a:pt x="336009" y="419167"/>
                </a:lnTo>
                <a:cubicBezTo>
                  <a:pt x="317755" y="401927"/>
                  <a:pt x="294262" y="393307"/>
                  <a:pt x="270768" y="393307"/>
                </a:cubicBezTo>
                <a:close/>
                <a:moveTo>
                  <a:pt x="500296" y="281247"/>
                </a:moveTo>
                <a:lnTo>
                  <a:pt x="365081" y="409701"/>
                </a:lnTo>
                <a:lnTo>
                  <a:pt x="500296" y="538156"/>
                </a:lnTo>
                <a:close/>
                <a:moveTo>
                  <a:pt x="40565" y="280571"/>
                </a:moveTo>
                <a:lnTo>
                  <a:pt x="40565" y="537480"/>
                </a:lnTo>
                <a:lnTo>
                  <a:pt x="175780" y="409025"/>
                </a:lnTo>
                <a:close/>
                <a:moveTo>
                  <a:pt x="270429" y="215668"/>
                </a:moveTo>
                <a:cubicBezTo>
                  <a:pt x="258936" y="215668"/>
                  <a:pt x="248795" y="225133"/>
                  <a:pt x="248795" y="237302"/>
                </a:cubicBezTo>
                <a:cubicBezTo>
                  <a:pt x="248795" y="248795"/>
                  <a:pt x="258260" y="258936"/>
                  <a:pt x="270429" y="258936"/>
                </a:cubicBezTo>
                <a:cubicBezTo>
                  <a:pt x="282599" y="258936"/>
                  <a:pt x="292064" y="249471"/>
                  <a:pt x="292064" y="237302"/>
                </a:cubicBezTo>
                <a:cubicBezTo>
                  <a:pt x="292064" y="225133"/>
                  <a:pt x="282599" y="215668"/>
                  <a:pt x="270429" y="215668"/>
                </a:cubicBezTo>
                <a:close/>
                <a:moveTo>
                  <a:pt x="271105" y="147384"/>
                </a:moveTo>
                <a:cubicBezTo>
                  <a:pt x="319783" y="147384"/>
                  <a:pt x="358995" y="186596"/>
                  <a:pt x="358995" y="235274"/>
                </a:cubicBezTo>
                <a:lnTo>
                  <a:pt x="358995" y="256908"/>
                </a:lnTo>
                <a:cubicBezTo>
                  <a:pt x="358995" y="269078"/>
                  <a:pt x="349530" y="278543"/>
                  <a:pt x="337361" y="278543"/>
                </a:cubicBezTo>
                <a:cubicBezTo>
                  <a:pt x="324515" y="278543"/>
                  <a:pt x="312346" y="273134"/>
                  <a:pt x="304233" y="263669"/>
                </a:cubicBezTo>
                <a:cubicBezTo>
                  <a:pt x="290035" y="279895"/>
                  <a:pt x="266373" y="283275"/>
                  <a:pt x="248119" y="272458"/>
                </a:cubicBezTo>
                <a:cubicBezTo>
                  <a:pt x="229865" y="261641"/>
                  <a:pt x="222428" y="238654"/>
                  <a:pt x="229865" y="219048"/>
                </a:cubicBezTo>
                <a:cubicBezTo>
                  <a:pt x="237302" y="199442"/>
                  <a:pt x="258260" y="187949"/>
                  <a:pt x="279218" y="192005"/>
                </a:cubicBezTo>
                <a:cubicBezTo>
                  <a:pt x="300177" y="196061"/>
                  <a:pt x="315050" y="214315"/>
                  <a:pt x="315050" y="235950"/>
                </a:cubicBezTo>
                <a:cubicBezTo>
                  <a:pt x="315050" y="248119"/>
                  <a:pt x="324515" y="257584"/>
                  <a:pt x="336685" y="257584"/>
                </a:cubicBezTo>
                <a:lnTo>
                  <a:pt x="336685" y="235950"/>
                </a:lnTo>
                <a:cubicBezTo>
                  <a:pt x="336685" y="199442"/>
                  <a:pt x="306937" y="170371"/>
                  <a:pt x="271105" y="170371"/>
                </a:cubicBezTo>
                <a:cubicBezTo>
                  <a:pt x="235273" y="170371"/>
                  <a:pt x="205526" y="200118"/>
                  <a:pt x="205526" y="235950"/>
                </a:cubicBezTo>
                <a:cubicBezTo>
                  <a:pt x="204850" y="271782"/>
                  <a:pt x="234597" y="301529"/>
                  <a:pt x="270429" y="301529"/>
                </a:cubicBezTo>
                <a:cubicBezTo>
                  <a:pt x="281923" y="301529"/>
                  <a:pt x="293416" y="298825"/>
                  <a:pt x="303557" y="293416"/>
                </a:cubicBezTo>
                <a:cubicBezTo>
                  <a:pt x="308966" y="290712"/>
                  <a:pt x="315726" y="292740"/>
                  <a:pt x="319107" y="298149"/>
                </a:cubicBezTo>
                <a:cubicBezTo>
                  <a:pt x="321811" y="303557"/>
                  <a:pt x="319783" y="310318"/>
                  <a:pt x="314374" y="313698"/>
                </a:cubicBezTo>
                <a:cubicBezTo>
                  <a:pt x="300853" y="320459"/>
                  <a:pt x="285979" y="324516"/>
                  <a:pt x="270429" y="324516"/>
                </a:cubicBezTo>
                <a:cubicBezTo>
                  <a:pt x="221752" y="323840"/>
                  <a:pt x="182540" y="284627"/>
                  <a:pt x="183216" y="235274"/>
                </a:cubicBezTo>
                <a:cubicBezTo>
                  <a:pt x="183216" y="186596"/>
                  <a:pt x="222428" y="147384"/>
                  <a:pt x="271105" y="147384"/>
                </a:cubicBezTo>
                <a:close/>
                <a:moveTo>
                  <a:pt x="135215" y="108172"/>
                </a:moveTo>
                <a:lnTo>
                  <a:pt x="135215" y="333305"/>
                </a:lnTo>
                <a:lnTo>
                  <a:pt x="196062" y="391447"/>
                </a:lnTo>
                <a:cubicBezTo>
                  <a:pt x="240007" y="357644"/>
                  <a:pt x="300853" y="357644"/>
                  <a:pt x="344798" y="391447"/>
                </a:cubicBezTo>
                <a:lnTo>
                  <a:pt x="405645" y="333305"/>
                </a:lnTo>
                <a:lnTo>
                  <a:pt x="405645" y="108172"/>
                </a:lnTo>
                <a:close/>
                <a:moveTo>
                  <a:pt x="270430" y="0"/>
                </a:moveTo>
                <a:lnTo>
                  <a:pt x="351559" y="67608"/>
                </a:lnTo>
                <a:lnTo>
                  <a:pt x="446210" y="67608"/>
                </a:lnTo>
                <a:lnTo>
                  <a:pt x="446210" y="126426"/>
                </a:lnTo>
                <a:lnTo>
                  <a:pt x="540860" y="217020"/>
                </a:lnTo>
                <a:lnTo>
                  <a:pt x="540860" y="594946"/>
                </a:lnTo>
                <a:lnTo>
                  <a:pt x="0" y="594946"/>
                </a:lnTo>
                <a:lnTo>
                  <a:pt x="0" y="217020"/>
                </a:lnTo>
                <a:lnTo>
                  <a:pt x="94651" y="127102"/>
                </a:lnTo>
                <a:lnTo>
                  <a:pt x="94651" y="67608"/>
                </a:lnTo>
                <a:lnTo>
                  <a:pt x="189301" y="676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236B62B-08A6-31D4-74E0-38DBCD975150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825911" y="3788793"/>
            <a:ext cx="539842" cy="541115"/>
          </a:xfrm>
          <a:custGeom>
            <a:avLst/>
            <a:gdLst>
              <a:gd name="connsiteX0" fmla="*/ 417472 w 539842"/>
              <a:gd name="connsiteY0" fmla="*/ 321135 h 541115"/>
              <a:gd name="connsiteX1" fmla="*/ 438431 w 539842"/>
              <a:gd name="connsiteY1" fmla="*/ 329924 h 541115"/>
              <a:gd name="connsiteX2" fmla="*/ 531729 w 539842"/>
              <a:gd name="connsiteY2" fmla="*/ 423222 h 541115"/>
              <a:gd name="connsiteX3" fmla="*/ 539842 w 539842"/>
              <a:gd name="connsiteY3" fmla="*/ 444181 h 541115"/>
              <a:gd name="connsiteX4" fmla="*/ 531053 w 539842"/>
              <a:gd name="connsiteY4" fmla="*/ 465139 h 541115"/>
              <a:gd name="connsiteX5" fmla="*/ 520912 w 539842"/>
              <a:gd name="connsiteY5" fmla="*/ 475280 h 541115"/>
              <a:gd name="connsiteX6" fmla="*/ 386373 w 539842"/>
              <a:gd name="connsiteY6" fmla="*/ 340741 h 541115"/>
              <a:gd name="connsiteX7" fmla="*/ 396514 w 539842"/>
              <a:gd name="connsiteY7" fmla="*/ 329924 h 541115"/>
              <a:gd name="connsiteX8" fmla="*/ 417472 w 539842"/>
              <a:gd name="connsiteY8" fmla="*/ 321135 h 541115"/>
              <a:gd name="connsiteX9" fmla="*/ 44956 w 539842"/>
              <a:gd name="connsiteY9" fmla="*/ 39888 h 541115"/>
              <a:gd name="connsiteX10" fmla="*/ 179495 w 539842"/>
              <a:gd name="connsiteY10" fmla="*/ 174427 h 541115"/>
              <a:gd name="connsiteX11" fmla="*/ 158536 w 539842"/>
              <a:gd name="connsiteY11" fmla="*/ 194709 h 541115"/>
              <a:gd name="connsiteX12" fmla="*/ 154480 w 539842"/>
              <a:gd name="connsiteY12" fmla="*/ 204850 h 541115"/>
              <a:gd name="connsiteX13" fmla="*/ 158536 w 539842"/>
              <a:gd name="connsiteY13" fmla="*/ 214991 h 541115"/>
              <a:gd name="connsiteX14" fmla="*/ 326203 w 539842"/>
              <a:gd name="connsiteY14" fmla="*/ 381982 h 541115"/>
              <a:gd name="connsiteX15" fmla="*/ 336344 w 539842"/>
              <a:gd name="connsiteY15" fmla="*/ 386038 h 541115"/>
              <a:gd name="connsiteX16" fmla="*/ 346485 w 539842"/>
              <a:gd name="connsiteY16" fmla="*/ 381982 h 541115"/>
              <a:gd name="connsiteX17" fmla="*/ 366767 w 539842"/>
              <a:gd name="connsiteY17" fmla="*/ 361024 h 541115"/>
              <a:gd name="connsiteX18" fmla="*/ 500630 w 539842"/>
              <a:gd name="connsiteY18" fmla="*/ 495563 h 541115"/>
              <a:gd name="connsiteX19" fmla="*/ 482376 w 539842"/>
              <a:gd name="connsiteY19" fmla="*/ 513817 h 541115"/>
              <a:gd name="connsiteX20" fmla="*/ 413417 w 539842"/>
              <a:gd name="connsiteY20" fmla="*/ 540860 h 541115"/>
              <a:gd name="connsiteX21" fmla="*/ 305245 w 539842"/>
              <a:gd name="connsiteY21" fmla="*/ 509084 h 541115"/>
              <a:gd name="connsiteX22" fmla="*/ 262652 w 539842"/>
              <a:gd name="connsiteY22" fmla="*/ 482041 h 541115"/>
              <a:gd name="connsiteX23" fmla="*/ 56449 w 539842"/>
              <a:gd name="connsiteY23" fmla="*/ 269077 h 541115"/>
              <a:gd name="connsiteX24" fmla="*/ 15885 w 539842"/>
              <a:gd name="connsiteY24" fmla="*/ 198090 h 541115"/>
              <a:gd name="connsiteX25" fmla="*/ 335 w 539842"/>
              <a:gd name="connsiteY25" fmla="*/ 110200 h 541115"/>
              <a:gd name="connsiteX26" fmla="*/ 22645 w 539842"/>
              <a:gd name="connsiteY26" fmla="*/ 62198 h 541115"/>
              <a:gd name="connsiteX27" fmla="*/ 44956 w 539842"/>
              <a:gd name="connsiteY27" fmla="*/ 39888 h 541115"/>
              <a:gd name="connsiteX28" fmla="*/ 97013 w 539842"/>
              <a:gd name="connsiteY28" fmla="*/ 0 h 541115"/>
              <a:gd name="connsiteX29" fmla="*/ 117296 w 539842"/>
              <a:gd name="connsiteY29" fmla="*/ 8789 h 541115"/>
              <a:gd name="connsiteX30" fmla="*/ 210594 w 539842"/>
              <a:gd name="connsiteY30" fmla="*/ 101411 h 541115"/>
              <a:gd name="connsiteX31" fmla="*/ 219383 w 539842"/>
              <a:gd name="connsiteY31" fmla="*/ 122370 h 541115"/>
              <a:gd name="connsiteX32" fmla="*/ 210594 w 539842"/>
              <a:gd name="connsiteY32" fmla="*/ 143328 h 541115"/>
              <a:gd name="connsiteX33" fmla="*/ 200453 w 539842"/>
              <a:gd name="connsiteY33" fmla="*/ 153469 h 541115"/>
              <a:gd name="connsiteX34" fmla="*/ 65914 w 539842"/>
              <a:gd name="connsiteY34" fmla="*/ 18930 h 541115"/>
              <a:gd name="connsiteX35" fmla="*/ 76055 w 539842"/>
              <a:gd name="connsiteY35" fmla="*/ 8789 h 541115"/>
              <a:gd name="connsiteX36" fmla="*/ 97013 w 539842"/>
              <a:gd name="connsiteY36" fmla="*/ 0 h 541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39842" h="541115">
                <a:moveTo>
                  <a:pt x="417472" y="321135"/>
                </a:moveTo>
                <a:cubicBezTo>
                  <a:pt x="425585" y="321135"/>
                  <a:pt x="433022" y="324515"/>
                  <a:pt x="438431" y="329924"/>
                </a:cubicBezTo>
                <a:lnTo>
                  <a:pt x="531729" y="423222"/>
                </a:lnTo>
                <a:cubicBezTo>
                  <a:pt x="537138" y="428631"/>
                  <a:pt x="539842" y="436068"/>
                  <a:pt x="539842" y="444181"/>
                </a:cubicBezTo>
                <a:cubicBezTo>
                  <a:pt x="539842" y="452294"/>
                  <a:pt x="536462" y="459730"/>
                  <a:pt x="531053" y="465139"/>
                </a:cubicBezTo>
                <a:lnTo>
                  <a:pt x="520912" y="475280"/>
                </a:lnTo>
                <a:lnTo>
                  <a:pt x="386373" y="340741"/>
                </a:lnTo>
                <a:lnTo>
                  <a:pt x="396514" y="329924"/>
                </a:lnTo>
                <a:cubicBezTo>
                  <a:pt x="401923" y="324515"/>
                  <a:pt x="409360" y="321135"/>
                  <a:pt x="417472" y="321135"/>
                </a:cubicBezTo>
                <a:close/>
                <a:moveTo>
                  <a:pt x="44956" y="39888"/>
                </a:moveTo>
                <a:lnTo>
                  <a:pt x="179495" y="174427"/>
                </a:lnTo>
                <a:lnTo>
                  <a:pt x="158536" y="194709"/>
                </a:lnTo>
                <a:cubicBezTo>
                  <a:pt x="155832" y="197413"/>
                  <a:pt x="154480" y="201470"/>
                  <a:pt x="154480" y="204850"/>
                </a:cubicBezTo>
                <a:cubicBezTo>
                  <a:pt x="154480" y="208231"/>
                  <a:pt x="155832" y="212287"/>
                  <a:pt x="158536" y="214991"/>
                </a:cubicBezTo>
                <a:lnTo>
                  <a:pt x="326203" y="381982"/>
                </a:lnTo>
                <a:cubicBezTo>
                  <a:pt x="328907" y="384686"/>
                  <a:pt x="332964" y="386038"/>
                  <a:pt x="336344" y="386038"/>
                </a:cubicBezTo>
                <a:cubicBezTo>
                  <a:pt x="339724" y="386038"/>
                  <a:pt x="343781" y="384686"/>
                  <a:pt x="346485" y="381982"/>
                </a:cubicBezTo>
                <a:lnTo>
                  <a:pt x="366767" y="361024"/>
                </a:lnTo>
                <a:lnTo>
                  <a:pt x="500630" y="495563"/>
                </a:lnTo>
                <a:lnTo>
                  <a:pt x="482376" y="513817"/>
                </a:lnTo>
                <a:cubicBezTo>
                  <a:pt x="464798" y="532747"/>
                  <a:pt x="439107" y="542888"/>
                  <a:pt x="413417" y="540860"/>
                </a:cubicBezTo>
                <a:cubicBezTo>
                  <a:pt x="374880" y="538155"/>
                  <a:pt x="339048" y="525986"/>
                  <a:pt x="305245" y="509084"/>
                </a:cubicBezTo>
                <a:cubicBezTo>
                  <a:pt x="290371" y="500971"/>
                  <a:pt x="276173" y="492182"/>
                  <a:pt x="262652" y="482041"/>
                </a:cubicBezTo>
                <a:cubicBezTo>
                  <a:pt x="181523" y="424575"/>
                  <a:pt x="111887" y="352235"/>
                  <a:pt x="56449" y="269077"/>
                </a:cubicBezTo>
                <a:cubicBezTo>
                  <a:pt x="40899" y="246767"/>
                  <a:pt x="26702" y="223104"/>
                  <a:pt x="15885" y="198090"/>
                </a:cubicBezTo>
                <a:cubicBezTo>
                  <a:pt x="5743" y="169694"/>
                  <a:pt x="-1693" y="140623"/>
                  <a:pt x="335" y="110200"/>
                </a:cubicBezTo>
                <a:cubicBezTo>
                  <a:pt x="1011" y="91946"/>
                  <a:pt x="9124" y="75044"/>
                  <a:pt x="22645" y="62198"/>
                </a:cubicBezTo>
                <a:cubicBezTo>
                  <a:pt x="28054" y="56790"/>
                  <a:pt x="36167" y="48677"/>
                  <a:pt x="44956" y="39888"/>
                </a:cubicBezTo>
                <a:close/>
                <a:moveTo>
                  <a:pt x="97013" y="0"/>
                </a:moveTo>
                <a:cubicBezTo>
                  <a:pt x="104450" y="0"/>
                  <a:pt x="111887" y="3380"/>
                  <a:pt x="117296" y="8789"/>
                </a:cubicBezTo>
                <a:lnTo>
                  <a:pt x="210594" y="101411"/>
                </a:lnTo>
                <a:cubicBezTo>
                  <a:pt x="216003" y="106820"/>
                  <a:pt x="219383" y="114257"/>
                  <a:pt x="219383" y="122370"/>
                </a:cubicBezTo>
                <a:cubicBezTo>
                  <a:pt x="219383" y="130482"/>
                  <a:pt x="216003" y="137919"/>
                  <a:pt x="210594" y="143328"/>
                </a:cubicBezTo>
                <a:lnTo>
                  <a:pt x="200453" y="153469"/>
                </a:lnTo>
                <a:lnTo>
                  <a:pt x="65914" y="18930"/>
                </a:lnTo>
                <a:lnTo>
                  <a:pt x="76055" y="8789"/>
                </a:lnTo>
                <a:cubicBezTo>
                  <a:pt x="81464" y="3380"/>
                  <a:pt x="89577" y="0"/>
                  <a:pt x="970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958D81A-543B-F585-166D-59207A4463A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954486" y="4983355"/>
            <a:ext cx="283026" cy="459731"/>
          </a:xfrm>
          <a:custGeom>
            <a:avLst/>
            <a:gdLst>
              <a:gd name="connsiteX0" fmla="*/ 141514 w 283026"/>
              <a:gd name="connsiteY0" fmla="*/ 81129 h 459731"/>
              <a:gd name="connsiteX1" fmla="*/ 80667 w 283026"/>
              <a:gd name="connsiteY1" fmla="*/ 141976 h 459731"/>
              <a:gd name="connsiteX2" fmla="*/ 141514 w 283026"/>
              <a:gd name="connsiteY2" fmla="*/ 202823 h 459731"/>
              <a:gd name="connsiteX3" fmla="*/ 202361 w 283026"/>
              <a:gd name="connsiteY3" fmla="*/ 141976 h 459731"/>
              <a:gd name="connsiteX4" fmla="*/ 141514 w 283026"/>
              <a:gd name="connsiteY4" fmla="*/ 81129 h 459731"/>
              <a:gd name="connsiteX5" fmla="*/ 141514 w 283026"/>
              <a:gd name="connsiteY5" fmla="*/ 0 h 459731"/>
              <a:gd name="connsiteX6" fmla="*/ 258475 w 283026"/>
              <a:gd name="connsiteY6" fmla="*/ 62199 h 459731"/>
              <a:gd name="connsiteX7" fmla="*/ 273348 w 283026"/>
              <a:gd name="connsiteY7" fmla="*/ 194034 h 459731"/>
              <a:gd name="connsiteX8" fmla="*/ 209121 w 283026"/>
              <a:gd name="connsiteY8" fmla="*/ 336009 h 459731"/>
              <a:gd name="connsiteX9" fmla="*/ 153683 w 283026"/>
              <a:gd name="connsiteY9" fmla="*/ 452294 h 459731"/>
              <a:gd name="connsiteX10" fmla="*/ 141514 w 283026"/>
              <a:gd name="connsiteY10" fmla="*/ 459731 h 459731"/>
              <a:gd name="connsiteX11" fmla="*/ 129344 w 283026"/>
              <a:gd name="connsiteY11" fmla="*/ 452294 h 459731"/>
              <a:gd name="connsiteX12" fmla="*/ 73906 w 283026"/>
              <a:gd name="connsiteY12" fmla="*/ 336009 h 459731"/>
              <a:gd name="connsiteX13" fmla="*/ 9679 w 283026"/>
              <a:gd name="connsiteY13" fmla="*/ 194034 h 459731"/>
              <a:gd name="connsiteX14" fmla="*/ 24553 w 283026"/>
              <a:gd name="connsiteY14" fmla="*/ 62199 h 459731"/>
              <a:gd name="connsiteX15" fmla="*/ 141514 w 283026"/>
              <a:gd name="connsiteY15" fmla="*/ 0 h 459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3026" h="459731">
                <a:moveTo>
                  <a:pt x="141514" y="81129"/>
                </a:moveTo>
                <a:cubicBezTo>
                  <a:pt x="107710" y="81129"/>
                  <a:pt x="80667" y="108172"/>
                  <a:pt x="80667" y="141976"/>
                </a:cubicBezTo>
                <a:cubicBezTo>
                  <a:pt x="80667" y="175780"/>
                  <a:pt x="107710" y="202823"/>
                  <a:pt x="141514" y="202823"/>
                </a:cubicBezTo>
                <a:cubicBezTo>
                  <a:pt x="175318" y="202823"/>
                  <a:pt x="202361" y="175780"/>
                  <a:pt x="202361" y="141976"/>
                </a:cubicBezTo>
                <a:cubicBezTo>
                  <a:pt x="202361" y="108172"/>
                  <a:pt x="175318" y="81129"/>
                  <a:pt x="141514" y="81129"/>
                </a:cubicBezTo>
                <a:close/>
                <a:moveTo>
                  <a:pt x="141514" y="0"/>
                </a:moveTo>
                <a:cubicBezTo>
                  <a:pt x="188163" y="0"/>
                  <a:pt x="232108" y="22987"/>
                  <a:pt x="258475" y="62199"/>
                </a:cubicBezTo>
                <a:cubicBezTo>
                  <a:pt x="284842" y="100735"/>
                  <a:pt x="290250" y="150089"/>
                  <a:pt x="273348" y="194034"/>
                </a:cubicBezTo>
                <a:lnTo>
                  <a:pt x="209121" y="336009"/>
                </a:lnTo>
                <a:lnTo>
                  <a:pt x="153683" y="452294"/>
                </a:lnTo>
                <a:cubicBezTo>
                  <a:pt x="151655" y="457027"/>
                  <a:pt x="146922" y="459731"/>
                  <a:pt x="141514" y="459731"/>
                </a:cubicBezTo>
                <a:cubicBezTo>
                  <a:pt x="136105" y="459731"/>
                  <a:pt x="131373" y="457027"/>
                  <a:pt x="129344" y="452294"/>
                </a:cubicBezTo>
                <a:lnTo>
                  <a:pt x="73906" y="336009"/>
                </a:lnTo>
                <a:lnTo>
                  <a:pt x="9679" y="194034"/>
                </a:lnTo>
                <a:cubicBezTo>
                  <a:pt x="-7223" y="150089"/>
                  <a:pt x="-1814" y="100735"/>
                  <a:pt x="24553" y="62199"/>
                </a:cubicBezTo>
                <a:cubicBezTo>
                  <a:pt x="50920" y="22987"/>
                  <a:pt x="94865" y="0"/>
                  <a:pt x="14151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4781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B6055E9-E6F7-641B-80FB-0B939D173EF4}"/>
              </a:ext>
            </a:extLst>
          </p:cNvPr>
          <p:cNvSpPr/>
          <p:nvPr userDrawn="1"/>
        </p:nvSpPr>
        <p:spPr>
          <a:xfrm>
            <a:off x="587374" y="2777944"/>
            <a:ext cx="11604625" cy="13021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A830DC25-802B-19A0-E4B3-1D633449C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5278" y="2881468"/>
            <a:ext cx="10699347" cy="1095064"/>
          </a:xfrm>
        </p:spPr>
        <p:txBody>
          <a:bodyPr anchor="ctr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text</a:t>
            </a:r>
            <a:endParaRPr lang="en-ID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90EA30-774B-C58A-0F2E-BA47E1EB0D86}"/>
              </a:ext>
            </a:extLst>
          </p:cNvPr>
          <p:cNvCxnSpPr>
            <a:cxnSpLocks/>
          </p:cNvCxnSpPr>
          <p:nvPr userDrawn="1"/>
        </p:nvCxnSpPr>
        <p:spPr>
          <a:xfrm>
            <a:off x="761210" y="2881468"/>
            <a:ext cx="0" cy="1095064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CA641483-D5A7-E85B-23E4-88F7A9E459A2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905279" y="4334413"/>
            <a:ext cx="10699346" cy="607060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807724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B6055E9-E6F7-641B-80FB-0B939D173EF4}"/>
              </a:ext>
            </a:extLst>
          </p:cNvPr>
          <p:cNvSpPr/>
          <p:nvPr userDrawn="1"/>
        </p:nvSpPr>
        <p:spPr>
          <a:xfrm>
            <a:off x="587374" y="2589122"/>
            <a:ext cx="11604625" cy="16797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A830DC25-802B-19A0-E4B3-1D633449C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6351" y="2881468"/>
            <a:ext cx="6290310" cy="1095064"/>
          </a:xfrm>
        </p:spPr>
        <p:txBody>
          <a:bodyPr anchor="ctr">
            <a:noAutofit/>
          </a:bodyPr>
          <a:lstStyle>
            <a:lvl1pPr algn="r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text</a:t>
            </a:r>
            <a:endParaRPr lang="en-ID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90EA30-774B-C58A-0F2E-BA47E1EB0D86}"/>
              </a:ext>
            </a:extLst>
          </p:cNvPr>
          <p:cNvCxnSpPr>
            <a:cxnSpLocks/>
          </p:cNvCxnSpPr>
          <p:nvPr userDrawn="1"/>
        </p:nvCxnSpPr>
        <p:spPr>
          <a:xfrm>
            <a:off x="11604625" y="2881468"/>
            <a:ext cx="0" cy="1095064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CA641483-D5A7-E85B-23E4-88F7A9E459A2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086351" y="4523235"/>
            <a:ext cx="6290310" cy="607060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AA87B1F-C374-0AA4-8837-F11E40D41CD1}"/>
              </a:ext>
            </a:extLst>
          </p:cNvPr>
          <p:cNvGrpSpPr/>
          <p:nvPr userDrawn="1"/>
        </p:nvGrpSpPr>
        <p:grpSpPr>
          <a:xfrm flipH="1">
            <a:off x="0" y="844550"/>
            <a:ext cx="4079875" cy="5168484"/>
            <a:chOff x="6400798" y="844550"/>
            <a:chExt cx="4079875" cy="516848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D087849-DB30-8735-4D8D-E3C4C2B69C6B}"/>
                </a:ext>
              </a:extLst>
            </p:cNvPr>
            <p:cNvSpPr/>
            <p:nvPr userDrawn="1"/>
          </p:nvSpPr>
          <p:spPr>
            <a:xfrm flipH="1">
              <a:off x="6400798" y="844550"/>
              <a:ext cx="4079875" cy="516848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74C08B-82F0-D164-74FB-1E8FD06685E0}"/>
                </a:ext>
              </a:extLst>
            </p:cNvPr>
            <p:cNvSpPr/>
            <p:nvPr userDrawn="1"/>
          </p:nvSpPr>
          <p:spPr>
            <a:xfrm flipH="1">
              <a:off x="6400798" y="2476501"/>
              <a:ext cx="117475" cy="190499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3D6DFE2-5D18-6526-6D2C-830832BEFE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62026"/>
            <a:ext cx="3962400" cy="49339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333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302802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B6055E9-E6F7-641B-80FB-0B939D173EF4}"/>
              </a:ext>
            </a:extLst>
          </p:cNvPr>
          <p:cNvSpPr/>
          <p:nvPr userDrawn="1"/>
        </p:nvSpPr>
        <p:spPr>
          <a:xfrm>
            <a:off x="587374" y="2589122"/>
            <a:ext cx="11017251" cy="16797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A830DC25-802B-19A0-E4B3-1D633449C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4860" y="2881468"/>
            <a:ext cx="10591801" cy="1095064"/>
          </a:xfrm>
        </p:spPr>
        <p:txBody>
          <a:bodyPr anchor="ctr">
            <a:no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text</a:t>
            </a:r>
            <a:endParaRPr lang="en-ID"/>
          </a:p>
        </p:txBody>
      </p: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CA641483-D5A7-E85B-23E4-88F7A9E459A2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815339" y="4334413"/>
            <a:ext cx="10561322" cy="607060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613942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A9602D4-D75A-D7F4-FFCF-22F1F764C7A2}"/>
              </a:ext>
            </a:extLst>
          </p:cNvPr>
          <p:cNvSpPr/>
          <p:nvPr userDrawn="1"/>
        </p:nvSpPr>
        <p:spPr>
          <a:xfrm>
            <a:off x="587375" y="0"/>
            <a:ext cx="11017250" cy="24528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F28F550A-A637-E065-107C-7C7A9E6C01F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1442" y="3821174"/>
            <a:ext cx="10873177" cy="323521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1BDAC654-D9AC-B935-534C-0FF7A6BB04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31442" y="4216693"/>
            <a:ext cx="10873177" cy="1734527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2659380"/>
            <a:ext cx="10873182" cy="769620"/>
          </a:xfrm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62F44640-A9EB-C412-36D2-BCAA7BA090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4850" y="0"/>
            <a:ext cx="10782300" cy="23336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333"/>
            </a:lvl1pPr>
          </a:lstStyle>
          <a:p>
            <a:endParaRPr lang="en-ID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2659380"/>
            <a:ext cx="0" cy="767556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AC1303-0EC3-5E1E-D38D-9DAA61834E0B}"/>
              </a:ext>
            </a:extLst>
          </p:cNvPr>
          <p:cNvSpPr/>
          <p:nvPr userDrawn="1"/>
        </p:nvSpPr>
        <p:spPr>
          <a:xfrm rot="5400000">
            <a:off x="6037262" y="1441610"/>
            <a:ext cx="117475" cy="19049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17626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BD442C6-EECF-FD33-A672-5BDA5C831C7A}"/>
              </a:ext>
            </a:extLst>
          </p:cNvPr>
          <p:cNvSpPr/>
          <p:nvPr userDrawn="1"/>
        </p:nvSpPr>
        <p:spPr>
          <a:xfrm>
            <a:off x="6400798" y="844550"/>
            <a:ext cx="5791201" cy="51684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F28F550A-A637-E065-107C-7C7A9E6C01F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1443" y="2573973"/>
            <a:ext cx="5364558" cy="61040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1BDAC654-D9AC-B935-534C-0FF7A6BB04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31443" y="3256377"/>
            <a:ext cx="5364558" cy="2756657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844965"/>
            <a:ext cx="5364557" cy="133477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62F44640-A9EB-C412-36D2-BCAA7BA090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18274" y="962026"/>
            <a:ext cx="5673726" cy="49339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333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844550"/>
            <a:ext cx="0" cy="13356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328576-5150-CD3D-CA2F-222FFB2D228B}"/>
              </a:ext>
            </a:extLst>
          </p:cNvPr>
          <p:cNvSpPr/>
          <p:nvPr userDrawn="1"/>
        </p:nvSpPr>
        <p:spPr>
          <a:xfrm>
            <a:off x="6400798" y="2476501"/>
            <a:ext cx="117475" cy="19049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7857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048E2C7-E138-739F-9BB2-FE2FD28A155A}"/>
              </a:ext>
            </a:extLst>
          </p:cNvPr>
          <p:cNvGrpSpPr/>
          <p:nvPr userDrawn="1"/>
        </p:nvGrpSpPr>
        <p:grpSpPr>
          <a:xfrm flipH="1">
            <a:off x="0" y="844550"/>
            <a:ext cx="4079875" cy="5168484"/>
            <a:chOff x="6400798" y="844550"/>
            <a:chExt cx="4079875" cy="516848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BD442C6-EECF-FD33-A672-5BDA5C831C7A}"/>
                </a:ext>
              </a:extLst>
            </p:cNvPr>
            <p:cNvSpPr/>
            <p:nvPr userDrawn="1"/>
          </p:nvSpPr>
          <p:spPr>
            <a:xfrm flipH="1">
              <a:off x="6400798" y="844550"/>
              <a:ext cx="4079875" cy="516848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F328576-5150-CD3D-CA2F-222FFB2D228B}"/>
                </a:ext>
              </a:extLst>
            </p:cNvPr>
            <p:cNvSpPr/>
            <p:nvPr userDrawn="1"/>
          </p:nvSpPr>
          <p:spPr>
            <a:xfrm flipH="1">
              <a:off x="6400798" y="2476501"/>
              <a:ext cx="117475" cy="190499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F28F550A-A637-E065-107C-7C7A9E6C01F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001816" y="2573973"/>
            <a:ext cx="6602807" cy="610408"/>
          </a:xfrm>
          <a:prstGeom prst="rect">
            <a:avLst/>
          </a:prstGeom>
          <a:solidFill>
            <a:schemeClr val="accent1"/>
          </a:solidFill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rgbClr val="FFFFFF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1BDAC654-D9AC-B935-534C-0FF7A6BB04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001816" y="3256377"/>
            <a:ext cx="6602807" cy="2756657"/>
          </a:xfrm>
          <a:prstGeom prst="rect">
            <a:avLst/>
          </a:prstGeom>
          <a:solidFill>
            <a:schemeClr val="accent1"/>
          </a:solidFill>
        </p:spPr>
        <p:txBody>
          <a:bodyPr lIns="91440" tIns="126000" rIns="91440" bIns="0">
            <a:noAutofit/>
          </a:bodyPr>
          <a:lstStyle>
            <a:lvl1pPr marL="0" indent="0">
              <a:buNone/>
              <a:defRPr sz="1600" b="0">
                <a:solidFill>
                  <a:srgbClr val="FFFFFF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817" y="844965"/>
            <a:ext cx="6602808" cy="133477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62F44640-A9EB-C412-36D2-BCAA7BA090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62026"/>
            <a:ext cx="3962400" cy="49339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333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4857749" y="844550"/>
            <a:ext cx="0" cy="13356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4743939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BD442C6-EECF-FD33-A672-5BDA5C831C7A}"/>
              </a:ext>
            </a:extLst>
          </p:cNvPr>
          <p:cNvSpPr/>
          <p:nvPr userDrawn="1"/>
        </p:nvSpPr>
        <p:spPr>
          <a:xfrm>
            <a:off x="587376" y="1394875"/>
            <a:ext cx="4558024" cy="40678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62F44640-A9EB-C412-36D2-BCAA7BA090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4849" y="1515531"/>
            <a:ext cx="4323075" cy="38265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333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328576-5150-CD3D-CA2F-222FFB2D228B}"/>
              </a:ext>
            </a:extLst>
          </p:cNvPr>
          <p:cNvSpPr/>
          <p:nvPr userDrawn="1"/>
        </p:nvSpPr>
        <p:spPr>
          <a:xfrm>
            <a:off x="587375" y="2476293"/>
            <a:ext cx="117475" cy="19049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033A8B-FF98-1E02-BE1A-38B8A2DBADF2}"/>
              </a:ext>
            </a:extLst>
          </p:cNvPr>
          <p:cNvSpPr/>
          <p:nvPr userDrawn="1"/>
        </p:nvSpPr>
        <p:spPr>
          <a:xfrm>
            <a:off x="5027925" y="2476293"/>
            <a:ext cx="117475" cy="19049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F28F550A-A637-E065-107C-7C7A9E6C01F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240067" y="2573973"/>
            <a:ext cx="5364558" cy="61040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1BDAC654-D9AC-B935-534C-0FF7A6BB04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240067" y="3256378"/>
            <a:ext cx="5364558" cy="220633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0067" y="844965"/>
            <a:ext cx="5364557" cy="133477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6095999" y="844550"/>
            <a:ext cx="0" cy="13356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72619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4AC0811-B538-6793-87C0-3D6ED1AC6059}"/>
              </a:ext>
            </a:extLst>
          </p:cNvPr>
          <p:cNvGrpSpPr/>
          <p:nvPr userDrawn="1"/>
        </p:nvGrpSpPr>
        <p:grpSpPr>
          <a:xfrm rot="16200000">
            <a:off x="1643620" y="1669495"/>
            <a:ext cx="2922586" cy="6209826"/>
            <a:chOff x="2224091" y="-1834672"/>
            <a:chExt cx="2922586" cy="620982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9286371-865F-C37D-9350-2A89CD104834}"/>
                </a:ext>
              </a:extLst>
            </p:cNvPr>
            <p:cNvSpPr/>
            <p:nvPr userDrawn="1"/>
          </p:nvSpPr>
          <p:spPr>
            <a:xfrm>
              <a:off x="2224091" y="-1834672"/>
              <a:ext cx="2922582" cy="620982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C2FC66A-70C2-DBA2-3626-C933F4A5FF1E}"/>
                </a:ext>
              </a:extLst>
            </p:cNvPr>
            <p:cNvSpPr/>
            <p:nvPr userDrawn="1"/>
          </p:nvSpPr>
          <p:spPr>
            <a:xfrm rot="5400000">
              <a:off x="4191507" y="3419982"/>
              <a:ext cx="954001" cy="956339"/>
            </a:xfrm>
            <a:custGeom>
              <a:avLst/>
              <a:gdLst>
                <a:gd name="connsiteX0" fmla="*/ 0 w 954001"/>
                <a:gd name="connsiteY0" fmla="*/ 117476 h 956339"/>
                <a:gd name="connsiteX1" fmla="*/ 0 w 954001"/>
                <a:gd name="connsiteY1" fmla="*/ 0 h 956339"/>
                <a:gd name="connsiteX2" fmla="*/ 954001 w 954001"/>
                <a:gd name="connsiteY2" fmla="*/ 0 h 956339"/>
                <a:gd name="connsiteX3" fmla="*/ 954001 w 954001"/>
                <a:gd name="connsiteY3" fmla="*/ 117476 h 956339"/>
                <a:gd name="connsiteX4" fmla="*/ 954000 w 954001"/>
                <a:gd name="connsiteY4" fmla="*/ 117476 h 956339"/>
                <a:gd name="connsiteX5" fmla="*/ 954000 w 954001"/>
                <a:gd name="connsiteY5" fmla="*/ 956339 h 956339"/>
                <a:gd name="connsiteX6" fmla="*/ 836525 w 954001"/>
                <a:gd name="connsiteY6" fmla="*/ 956339 h 956339"/>
                <a:gd name="connsiteX7" fmla="*/ 836525 w 954001"/>
                <a:gd name="connsiteY7" fmla="*/ 117476 h 956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54001" h="956339">
                  <a:moveTo>
                    <a:pt x="0" y="117476"/>
                  </a:moveTo>
                  <a:lnTo>
                    <a:pt x="0" y="0"/>
                  </a:lnTo>
                  <a:lnTo>
                    <a:pt x="954001" y="0"/>
                  </a:lnTo>
                  <a:lnTo>
                    <a:pt x="954001" y="117476"/>
                  </a:lnTo>
                  <a:lnTo>
                    <a:pt x="954000" y="117476"/>
                  </a:lnTo>
                  <a:lnTo>
                    <a:pt x="954000" y="956339"/>
                  </a:lnTo>
                  <a:lnTo>
                    <a:pt x="836525" y="956339"/>
                  </a:lnTo>
                  <a:lnTo>
                    <a:pt x="836525" y="11747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62F44640-A9EB-C412-36D2-BCAA7BA090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6096000" cy="28066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333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D442C6-EECF-FD33-A672-5BDA5C831C7A}"/>
              </a:ext>
            </a:extLst>
          </p:cNvPr>
          <p:cNvSpPr/>
          <p:nvPr userDrawn="1"/>
        </p:nvSpPr>
        <p:spPr>
          <a:xfrm>
            <a:off x="7105650" y="-1"/>
            <a:ext cx="5086349" cy="62356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F28F550A-A637-E065-107C-7C7A9E6C01F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414818" y="1558925"/>
            <a:ext cx="4189807" cy="87561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800" b="1">
                <a:solidFill>
                  <a:srgbClr val="FFFFFF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1BDAC654-D9AC-B935-534C-0FF7A6BB04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414818" y="2506539"/>
            <a:ext cx="4189807" cy="279253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rgbClr val="FFFFFF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844965"/>
            <a:ext cx="5364557" cy="133477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844550"/>
            <a:ext cx="0" cy="13356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4591533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4AC0811-B538-6793-87C0-3D6ED1AC6059}"/>
              </a:ext>
            </a:extLst>
          </p:cNvPr>
          <p:cNvGrpSpPr/>
          <p:nvPr userDrawn="1"/>
        </p:nvGrpSpPr>
        <p:grpSpPr>
          <a:xfrm rot="5400000">
            <a:off x="7629704" y="-1647525"/>
            <a:ext cx="2922586" cy="6217636"/>
            <a:chOff x="2224091" y="-1842482"/>
            <a:chExt cx="2922586" cy="62176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9286371-865F-C37D-9350-2A89CD104834}"/>
                </a:ext>
              </a:extLst>
            </p:cNvPr>
            <p:cNvSpPr/>
            <p:nvPr userDrawn="1"/>
          </p:nvSpPr>
          <p:spPr>
            <a:xfrm>
              <a:off x="2224091" y="-1842482"/>
              <a:ext cx="2922582" cy="621763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C2FC66A-70C2-DBA2-3626-C933F4A5FF1E}"/>
                </a:ext>
              </a:extLst>
            </p:cNvPr>
            <p:cNvSpPr/>
            <p:nvPr userDrawn="1"/>
          </p:nvSpPr>
          <p:spPr>
            <a:xfrm rot="5400000">
              <a:off x="4191507" y="3419982"/>
              <a:ext cx="954001" cy="956339"/>
            </a:xfrm>
            <a:custGeom>
              <a:avLst/>
              <a:gdLst>
                <a:gd name="connsiteX0" fmla="*/ 0 w 954001"/>
                <a:gd name="connsiteY0" fmla="*/ 117476 h 956339"/>
                <a:gd name="connsiteX1" fmla="*/ 0 w 954001"/>
                <a:gd name="connsiteY1" fmla="*/ 0 h 956339"/>
                <a:gd name="connsiteX2" fmla="*/ 954001 w 954001"/>
                <a:gd name="connsiteY2" fmla="*/ 0 h 956339"/>
                <a:gd name="connsiteX3" fmla="*/ 954001 w 954001"/>
                <a:gd name="connsiteY3" fmla="*/ 117476 h 956339"/>
                <a:gd name="connsiteX4" fmla="*/ 954000 w 954001"/>
                <a:gd name="connsiteY4" fmla="*/ 117476 h 956339"/>
                <a:gd name="connsiteX5" fmla="*/ 954000 w 954001"/>
                <a:gd name="connsiteY5" fmla="*/ 956339 h 956339"/>
                <a:gd name="connsiteX6" fmla="*/ 836525 w 954001"/>
                <a:gd name="connsiteY6" fmla="*/ 956339 h 956339"/>
                <a:gd name="connsiteX7" fmla="*/ 836525 w 954001"/>
                <a:gd name="connsiteY7" fmla="*/ 117476 h 956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54001" h="956339">
                  <a:moveTo>
                    <a:pt x="0" y="117476"/>
                  </a:moveTo>
                  <a:lnTo>
                    <a:pt x="0" y="0"/>
                  </a:lnTo>
                  <a:lnTo>
                    <a:pt x="954001" y="0"/>
                  </a:lnTo>
                  <a:lnTo>
                    <a:pt x="954001" y="117476"/>
                  </a:lnTo>
                  <a:lnTo>
                    <a:pt x="954000" y="117476"/>
                  </a:lnTo>
                  <a:lnTo>
                    <a:pt x="954000" y="956339"/>
                  </a:lnTo>
                  <a:lnTo>
                    <a:pt x="836525" y="956339"/>
                  </a:lnTo>
                  <a:lnTo>
                    <a:pt x="836525" y="11747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FBD442C6-EECF-FD33-A672-5BDA5C831C7A}"/>
              </a:ext>
            </a:extLst>
          </p:cNvPr>
          <p:cNvSpPr/>
          <p:nvPr userDrawn="1"/>
        </p:nvSpPr>
        <p:spPr>
          <a:xfrm>
            <a:off x="0" y="-1"/>
            <a:ext cx="5086349" cy="56554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F28F550A-A637-E065-107C-7C7A9E6C01F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09168" y="584200"/>
            <a:ext cx="4189807" cy="87561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800" b="1">
                <a:solidFill>
                  <a:srgbClr val="FFFFFF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1BDAC654-D9AC-B935-534C-0FF7A6BB04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09168" y="1531814"/>
            <a:ext cx="4189807" cy="278844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rgbClr val="FFFFFF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0068" y="4320670"/>
            <a:ext cx="5364557" cy="133477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6096000" y="4320255"/>
            <a:ext cx="0" cy="13356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2F44640-A9EB-C412-36D2-BCAA7BA090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28066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333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854047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EE13754-AAF2-AD15-CFAE-7AA7F2563720}"/>
              </a:ext>
            </a:extLst>
          </p:cNvPr>
          <p:cNvSpPr/>
          <p:nvPr userDrawn="1"/>
        </p:nvSpPr>
        <p:spPr>
          <a:xfrm>
            <a:off x="-2378" y="-4761"/>
            <a:ext cx="5146674" cy="43751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62F44640-A9EB-C412-36D2-BCAA7BA090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5021579" cy="42515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333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F28F550A-A637-E065-107C-7C7A9E6C01F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240067" y="2812098"/>
            <a:ext cx="5364558" cy="32450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1BDAC654-D9AC-B935-534C-0FF7A6BB04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240067" y="3208595"/>
            <a:ext cx="5364558" cy="104292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0067" y="584200"/>
            <a:ext cx="5364557" cy="1833660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6095999" y="584200"/>
            <a:ext cx="0" cy="183366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2D270A3-A429-F424-E73F-8C35CF7A6C40}"/>
              </a:ext>
            </a:extLst>
          </p:cNvPr>
          <p:cNvSpPr/>
          <p:nvPr userDrawn="1"/>
        </p:nvSpPr>
        <p:spPr>
          <a:xfrm rot="5400000">
            <a:off x="4189126" y="3415220"/>
            <a:ext cx="954001" cy="956339"/>
          </a:xfrm>
          <a:custGeom>
            <a:avLst/>
            <a:gdLst>
              <a:gd name="connsiteX0" fmla="*/ 0 w 954001"/>
              <a:gd name="connsiteY0" fmla="*/ 117476 h 956339"/>
              <a:gd name="connsiteX1" fmla="*/ 0 w 954001"/>
              <a:gd name="connsiteY1" fmla="*/ 0 h 956339"/>
              <a:gd name="connsiteX2" fmla="*/ 954001 w 954001"/>
              <a:gd name="connsiteY2" fmla="*/ 0 h 956339"/>
              <a:gd name="connsiteX3" fmla="*/ 954001 w 954001"/>
              <a:gd name="connsiteY3" fmla="*/ 117476 h 956339"/>
              <a:gd name="connsiteX4" fmla="*/ 954000 w 954001"/>
              <a:gd name="connsiteY4" fmla="*/ 117476 h 956339"/>
              <a:gd name="connsiteX5" fmla="*/ 954000 w 954001"/>
              <a:gd name="connsiteY5" fmla="*/ 956339 h 956339"/>
              <a:gd name="connsiteX6" fmla="*/ 836525 w 954001"/>
              <a:gd name="connsiteY6" fmla="*/ 956339 h 956339"/>
              <a:gd name="connsiteX7" fmla="*/ 836525 w 954001"/>
              <a:gd name="connsiteY7" fmla="*/ 117476 h 956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54001" h="956339">
                <a:moveTo>
                  <a:pt x="0" y="117476"/>
                </a:moveTo>
                <a:lnTo>
                  <a:pt x="0" y="0"/>
                </a:lnTo>
                <a:lnTo>
                  <a:pt x="954001" y="0"/>
                </a:lnTo>
                <a:lnTo>
                  <a:pt x="954001" y="117476"/>
                </a:lnTo>
                <a:lnTo>
                  <a:pt x="954000" y="117476"/>
                </a:lnTo>
                <a:lnTo>
                  <a:pt x="954000" y="956339"/>
                </a:lnTo>
                <a:lnTo>
                  <a:pt x="836525" y="956339"/>
                </a:lnTo>
                <a:lnTo>
                  <a:pt x="836525" y="11747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7420A28C-E135-C56E-F79F-F283CD6B60D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94188" y="4528281"/>
            <a:ext cx="11010435" cy="32450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2AC36E79-BCA0-C596-D321-2B6E38193C5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4188" y="4924777"/>
            <a:ext cx="11010435" cy="1166557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748132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4" y="1485900"/>
            <a:ext cx="4354906" cy="3886200"/>
          </a:xfrm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2512170"/>
            <a:ext cx="0" cy="183366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7127DC28-28A8-3A98-B7FB-41B0888536B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095999" y="818485"/>
            <a:ext cx="5508625" cy="61040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8C38966B-9C0F-01D5-79F5-8D32825F662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095999" y="1500890"/>
            <a:ext cx="5508625" cy="167979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10E6AACB-9199-C0B7-282D-52AE821B16C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095999" y="3663285"/>
            <a:ext cx="5508625" cy="61040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103CFF70-7DC7-B43D-57C7-3C6435517D6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095999" y="4345690"/>
            <a:ext cx="5508625" cy="167979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354228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AF6E62-3413-1570-07FF-4E66972B963F}"/>
              </a:ext>
            </a:extLst>
          </p:cNvPr>
          <p:cNvSpPr/>
          <p:nvPr userDrawn="1"/>
        </p:nvSpPr>
        <p:spPr>
          <a:xfrm>
            <a:off x="0" y="0"/>
            <a:ext cx="12191999" cy="28622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4" y="584200"/>
            <a:ext cx="10873180" cy="1833660"/>
          </a:xfrm>
        </p:spPr>
        <p:txBody>
          <a:bodyPr anchor="ctr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4200"/>
            <a:ext cx="0" cy="183366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7127DC28-28A8-3A98-B7FB-41B0888536B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84200" y="3432175"/>
            <a:ext cx="3035925" cy="61040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8C38966B-9C0F-01D5-79F5-8D32825F662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84200" y="4114580"/>
            <a:ext cx="3035925" cy="167979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A80A793C-55DC-602B-758B-1FA03A818170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578037" y="3432175"/>
            <a:ext cx="3035925" cy="61040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F448C94B-AA7A-7262-4B9F-836462086A7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578037" y="4114580"/>
            <a:ext cx="3035925" cy="167979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8E844AFC-B10F-3963-60E2-0CBF5925798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8571874" y="3432175"/>
            <a:ext cx="3035925" cy="61040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290D6F4A-B1FF-50CB-37C9-67C24FF49AE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571874" y="4114580"/>
            <a:ext cx="3035925" cy="167979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996568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AF6E62-3413-1570-07FF-4E66972B963F}"/>
              </a:ext>
            </a:extLst>
          </p:cNvPr>
          <p:cNvSpPr/>
          <p:nvPr userDrawn="1"/>
        </p:nvSpPr>
        <p:spPr>
          <a:xfrm>
            <a:off x="0" y="1"/>
            <a:ext cx="12191999" cy="213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4" y="584200"/>
            <a:ext cx="10873180" cy="1301750"/>
          </a:xfrm>
        </p:spPr>
        <p:txBody>
          <a:bodyPr anchor="ctr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4200"/>
            <a:ext cx="0" cy="130175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7127DC28-28A8-3A98-B7FB-41B0888536B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84200" y="2432049"/>
            <a:ext cx="4502148" cy="540557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8C38966B-9C0F-01D5-79F5-8D32825F662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84200" y="3044604"/>
            <a:ext cx="4502148" cy="106067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BF29A8C4-E01C-8823-3D21-FBEB0A37FD9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84200" y="4392614"/>
            <a:ext cx="4502148" cy="540557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36007328-114D-AECE-99A6-016A4CFBB612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84200" y="5005169"/>
            <a:ext cx="4502148" cy="106067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2142D811-C93D-9F9B-677A-5ADF7CD3A81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105654" y="2432049"/>
            <a:ext cx="4502148" cy="540557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0B048665-3CE8-1449-AE80-5C39685B7BA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105654" y="3044604"/>
            <a:ext cx="4502148" cy="106067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337177BD-61D7-4610-6C2F-89A1FACFC2A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105654" y="4392614"/>
            <a:ext cx="4502148" cy="540557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EAACD5B2-3311-26B6-AFCF-4FD5DEBF7494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105654" y="5005169"/>
            <a:ext cx="4502148" cy="106067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533766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Contents C4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586105"/>
            <a:ext cx="10873182" cy="709295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5690"/>
            <a:ext cx="0" cy="70971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9DD2B053-49CB-EC30-CB40-BD5B5A83362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87375" y="2793172"/>
            <a:ext cx="11017250" cy="3196466"/>
          </a:xfrm>
        </p:spPr>
        <p:txBody>
          <a:bodyPr/>
          <a:lstStyle>
            <a:lvl1pPr algn="ctr">
              <a:defRPr b="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C88A6C4B-DACE-AD62-1602-DB64BFC7F7D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31443" y="1689638"/>
            <a:ext cx="10873182" cy="70929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175855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Radial Bars C4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586105"/>
            <a:ext cx="10873182" cy="709295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5690"/>
            <a:ext cx="0" cy="70971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BBD3D9D-E2D7-5928-9ACE-BC305ADE7015}"/>
              </a:ext>
            </a:extLst>
          </p:cNvPr>
          <p:cNvSpPr/>
          <p:nvPr userDrawn="1"/>
        </p:nvSpPr>
        <p:spPr>
          <a:xfrm>
            <a:off x="5305353" y="1735993"/>
            <a:ext cx="1581292" cy="1581292"/>
          </a:xfrm>
          <a:prstGeom prst="ellipse">
            <a:avLst/>
          </a:prstGeom>
          <a:noFill/>
          <a:ln w="762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6B6F7D80-7AE5-EF7E-CA93-91FFC8961EA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05353" y="1735993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0FC2368-512D-2676-8BCC-4005ACA137B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66419" y="2156298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2DDCCD52-4493-F59D-7027-7C212038D4A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555119" y="3566635"/>
            <a:ext cx="3081762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C7EF7556-5224-47F1-49F3-0572DF21F2E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555119" y="4191734"/>
            <a:ext cx="3081762" cy="151224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05E8CF0-45DA-C681-8618-12E9EAF903D4}"/>
              </a:ext>
            </a:extLst>
          </p:cNvPr>
          <p:cNvSpPr/>
          <p:nvPr userDrawn="1"/>
        </p:nvSpPr>
        <p:spPr>
          <a:xfrm>
            <a:off x="9273097" y="1735993"/>
            <a:ext cx="1581292" cy="1581292"/>
          </a:xfrm>
          <a:prstGeom prst="ellipse">
            <a:avLst/>
          </a:prstGeom>
          <a:noFill/>
          <a:ln w="762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0BDF54D5-341A-BDB8-70D5-1D271A33068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273097" y="1735993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E42ED014-DC96-68EC-18BA-293A5537638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434163" y="2156298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C94D2F51-651E-57C6-669A-9421CC54865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522863" y="3566635"/>
            <a:ext cx="3081762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24" name="Text Placeholder 29">
            <a:extLst>
              <a:ext uri="{FF2B5EF4-FFF2-40B4-BE49-F238E27FC236}">
                <a16:creationId xmlns:a16="http://schemas.microsoft.com/office/drawing/2014/main" id="{F189AE72-78C6-B559-D0A6-2C7C78AB19A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22863" y="4191734"/>
            <a:ext cx="3081762" cy="151224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1B19D0-9F0D-EC21-F087-8B275D7C6526}"/>
              </a:ext>
            </a:extLst>
          </p:cNvPr>
          <p:cNvSpPr/>
          <p:nvPr userDrawn="1"/>
        </p:nvSpPr>
        <p:spPr>
          <a:xfrm>
            <a:off x="-1" y="1636148"/>
            <a:ext cx="4114905" cy="40678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Picture Placeholder 11">
            <a:extLst>
              <a:ext uri="{FF2B5EF4-FFF2-40B4-BE49-F238E27FC236}">
                <a16:creationId xmlns:a16="http://schemas.microsoft.com/office/drawing/2014/main" id="{C53EE9AC-019F-1A80-298A-9207C2D451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1756804"/>
            <a:ext cx="3997431" cy="38265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333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E2D268C-F2F5-0F07-54EC-3F1273607340}"/>
              </a:ext>
            </a:extLst>
          </p:cNvPr>
          <p:cNvSpPr/>
          <p:nvPr userDrawn="1"/>
        </p:nvSpPr>
        <p:spPr>
          <a:xfrm>
            <a:off x="3997430" y="2717566"/>
            <a:ext cx="117475" cy="19049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9868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Radial Bars C4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586105"/>
            <a:ext cx="10873182" cy="709295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5690"/>
            <a:ext cx="0" cy="70971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BBD3D9D-E2D7-5928-9ACE-BC305ADE7015}"/>
              </a:ext>
            </a:extLst>
          </p:cNvPr>
          <p:cNvSpPr/>
          <p:nvPr userDrawn="1"/>
        </p:nvSpPr>
        <p:spPr>
          <a:xfrm>
            <a:off x="5305353" y="1735993"/>
            <a:ext cx="1581292" cy="1581292"/>
          </a:xfrm>
          <a:prstGeom prst="ellipse">
            <a:avLst/>
          </a:prstGeom>
          <a:noFill/>
          <a:ln w="762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6B6F7D80-7AE5-EF7E-CA93-91FFC8961EA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05353" y="1735993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0FC2368-512D-2676-8BCC-4005ACA137B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66419" y="2156298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2DDCCD52-4493-F59D-7027-7C212038D4A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555119" y="3566635"/>
            <a:ext cx="3081762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C7EF7556-5224-47F1-49F3-0572DF21F2E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555119" y="4191734"/>
            <a:ext cx="3081762" cy="151224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05E8CF0-45DA-C681-8618-12E9EAF903D4}"/>
              </a:ext>
            </a:extLst>
          </p:cNvPr>
          <p:cNvSpPr/>
          <p:nvPr userDrawn="1"/>
        </p:nvSpPr>
        <p:spPr>
          <a:xfrm>
            <a:off x="9273097" y="1735993"/>
            <a:ext cx="1581292" cy="1581292"/>
          </a:xfrm>
          <a:prstGeom prst="ellipse">
            <a:avLst/>
          </a:prstGeom>
          <a:noFill/>
          <a:ln w="762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0BDF54D5-341A-BDB8-70D5-1D271A33068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273097" y="1735993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E42ED014-DC96-68EC-18BA-293A5537638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434163" y="2156298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C94D2F51-651E-57C6-669A-9421CC54865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522863" y="3566635"/>
            <a:ext cx="3081762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24" name="Text Placeholder 29">
            <a:extLst>
              <a:ext uri="{FF2B5EF4-FFF2-40B4-BE49-F238E27FC236}">
                <a16:creationId xmlns:a16="http://schemas.microsoft.com/office/drawing/2014/main" id="{F189AE72-78C6-B559-D0A6-2C7C78AB19A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22863" y="4191734"/>
            <a:ext cx="3081762" cy="151224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D38544B-21D2-262C-C981-1D7DCCEB5D14}"/>
              </a:ext>
            </a:extLst>
          </p:cNvPr>
          <p:cNvSpPr/>
          <p:nvPr userDrawn="1"/>
        </p:nvSpPr>
        <p:spPr>
          <a:xfrm>
            <a:off x="1337611" y="1735993"/>
            <a:ext cx="1581292" cy="1581292"/>
          </a:xfrm>
          <a:prstGeom prst="ellipse">
            <a:avLst/>
          </a:prstGeom>
          <a:noFill/>
          <a:ln w="762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C8D65A88-3D58-17DC-77F6-8AE7BB2AECE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337611" y="1735993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69FB8B4-3C26-2BE2-C003-404C8606A6E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498677" y="2156298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242A120D-BDA9-915C-DCD1-0AFC1BFF099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87377" y="3566635"/>
            <a:ext cx="3081762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EB823991-32C7-EBE3-826D-F3860C4B1F2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87377" y="4191734"/>
            <a:ext cx="3081762" cy="151224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205601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Radial Bars C4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586105"/>
            <a:ext cx="10873182" cy="709295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5690"/>
            <a:ext cx="0" cy="70971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D38544B-21D2-262C-C981-1D7DCCEB5D14}"/>
              </a:ext>
            </a:extLst>
          </p:cNvPr>
          <p:cNvSpPr/>
          <p:nvPr userDrawn="1"/>
        </p:nvSpPr>
        <p:spPr>
          <a:xfrm>
            <a:off x="1088954" y="1735993"/>
            <a:ext cx="1581292" cy="1581292"/>
          </a:xfrm>
          <a:prstGeom prst="ellipse">
            <a:avLst/>
          </a:prstGeom>
          <a:noFill/>
          <a:ln w="762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C8D65A88-3D58-17DC-77F6-8AE7BB2AECE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88954" y="1735993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69FB8B4-3C26-2BE2-C003-404C8606A6E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250020" y="2156298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242A120D-BDA9-915C-DCD1-0AFC1BFF099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87377" y="3566635"/>
            <a:ext cx="2584447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EB823991-32C7-EBE3-826D-F3860C4B1F2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87377" y="4191734"/>
            <a:ext cx="2584447" cy="151224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7E1E9FA-AC4E-30FC-8A99-858797B97B66}"/>
              </a:ext>
            </a:extLst>
          </p:cNvPr>
          <p:cNvSpPr/>
          <p:nvPr userDrawn="1"/>
        </p:nvSpPr>
        <p:spPr>
          <a:xfrm>
            <a:off x="3899888" y="1735993"/>
            <a:ext cx="1581292" cy="1581292"/>
          </a:xfrm>
          <a:prstGeom prst="ellipse">
            <a:avLst/>
          </a:prstGeom>
          <a:noFill/>
          <a:ln w="762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265B468-859F-1E06-22D4-D26275A00E3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99888" y="1735993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514370B5-E372-E43E-4B15-6602BD67418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060954" y="2156298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3FD83ED0-13B6-25F1-C4A1-9418CE81206F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3398311" y="3566635"/>
            <a:ext cx="2584447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134FB468-D9D9-CE74-160F-CAE980F40A01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398311" y="4191734"/>
            <a:ext cx="2584447" cy="151224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C5B901-E405-F8D7-B468-EF12534F70A7}"/>
              </a:ext>
            </a:extLst>
          </p:cNvPr>
          <p:cNvSpPr/>
          <p:nvPr userDrawn="1"/>
        </p:nvSpPr>
        <p:spPr>
          <a:xfrm>
            <a:off x="6710822" y="1735993"/>
            <a:ext cx="1581292" cy="1581292"/>
          </a:xfrm>
          <a:prstGeom prst="ellipse">
            <a:avLst/>
          </a:prstGeom>
          <a:noFill/>
          <a:ln w="762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7AE31375-8DF6-7D38-FF8B-0AFF50776C7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710822" y="1735993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A9F3FB69-FD5E-FB1B-71E8-12608992129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871888" y="2156298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9" name="Text Placeholder 29">
            <a:extLst>
              <a:ext uri="{FF2B5EF4-FFF2-40B4-BE49-F238E27FC236}">
                <a16:creationId xmlns:a16="http://schemas.microsoft.com/office/drawing/2014/main" id="{F87C084B-36BB-9476-B80C-744F7BE4FED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209245" y="3566635"/>
            <a:ext cx="2584447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F959F4C-7A2A-06AD-17DD-4B2E59F4DF0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209245" y="4191734"/>
            <a:ext cx="2584447" cy="151224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4E01475-5550-5308-AF7E-15B3DFA38059}"/>
              </a:ext>
            </a:extLst>
          </p:cNvPr>
          <p:cNvSpPr/>
          <p:nvPr userDrawn="1"/>
        </p:nvSpPr>
        <p:spPr>
          <a:xfrm>
            <a:off x="9521755" y="1735993"/>
            <a:ext cx="1581292" cy="1581292"/>
          </a:xfrm>
          <a:prstGeom prst="ellipse">
            <a:avLst/>
          </a:prstGeom>
          <a:noFill/>
          <a:ln w="762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3A6DDA42-B49F-7CE3-D280-F6C3AC46970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521755" y="1735993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0A097F08-88D7-A010-3509-A554FC81FF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682821" y="2156298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1BD7CF50-58D1-87B1-841E-E21B253549DB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9020178" y="3566635"/>
            <a:ext cx="2584447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38B6C0F0-5AF6-CF29-4B27-DF99ABC8C338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9020178" y="4191734"/>
            <a:ext cx="2584447" cy="151224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21654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 C44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586105"/>
            <a:ext cx="10873182" cy="709295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5690"/>
            <a:ext cx="0" cy="70971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Chart Placeholder 6">
            <a:extLst>
              <a:ext uri="{FF2B5EF4-FFF2-40B4-BE49-F238E27FC236}">
                <a16:creationId xmlns:a16="http://schemas.microsoft.com/office/drawing/2014/main" id="{FF1F41E4-7D9B-768A-6C4F-63DD59094511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587374" y="1636713"/>
            <a:ext cx="4632325" cy="4067175"/>
          </a:xfr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>
              <a:defRPr lang="en-GB" sz="1333">
                <a:solidFill>
                  <a:schemeClr val="tx1"/>
                </a:solidFill>
              </a:defRPr>
            </a:lvl1pPr>
          </a:lstStyle>
          <a:p>
            <a:pPr lvl="0" algn="ctr"/>
            <a:endParaRPr lang="en-GB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D425B81B-0AA8-71EA-DCA8-A9F3FF3E7B6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972300" y="1636713"/>
            <a:ext cx="4632325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18765DFA-C25A-9B6D-BBB1-2893362F9CA1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6972300" y="2261812"/>
            <a:ext cx="4632325" cy="3442075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355618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 C44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586105"/>
            <a:ext cx="10873182" cy="709295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5690"/>
            <a:ext cx="0" cy="70971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Chart Placeholder 6">
            <a:extLst>
              <a:ext uri="{FF2B5EF4-FFF2-40B4-BE49-F238E27FC236}">
                <a16:creationId xmlns:a16="http://schemas.microsoft.com/office/drawing/2014/main" id="{FF1F41E4-7D9B-768A-6C4F-63DD59094511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975475" y="1636713"/>
            <a:ext cx="4632325" cy="4067175"/>
          </a:xfr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>
              <a:defRPr lang="en-GB" sz="1333">
                <a:solidFill>
                  <a:schemeClr val="tx1"/>
                </a:solidFill>
              </a:defRPr>
            </a:lvl1pPr>
          </a:lstStyle>
          <a:p>
            <a:pPr lvl="0" algn="ctr"/>
            <a:endParaRPr lang="en-GB"/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D425B81B-0AA8-71EA-DCA8-A9F3FF3E7B6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87374" y="1636713"/>
            <a:ext cx="4632325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18765DFA-C25A-9B6D-BBB1-2893362F9CA1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87374" y="2261812"/>
            <a:ext cx="4632325" cy="3442075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756897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586105"/>
            <a:ext cx="10873182" cy="709295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5690"/>
            <a:ext cx="0" cy="70971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3E35AF-2434-732B-7077-725C8432F6CD}"/>
              </a:ext>
            </a:extLst>
          </p:cNvPr>
          <p:cNvSpPr/>
          <p:nvPr userDrawn="1"/>
        </p:nvSpPr>
        <p:spPr>
          <a:xfrm rot="5400000">
            <a:off x="6337263" y="-2030450"/>
            <a:ext cx="117475" cy="115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F4C65B-B478-432C-11F3-1CCAEEB3A9A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474" y="3163716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465762 h 2664000"/>
              <a:gd name="connsiteX3" fmla="*/ 1009831 w 1141764"/>
              <a:gd name="connsiteY3" fmla="*/ 465762 h 2664000"/>
              <a:gd name="connsiteX4" fmla="*/ 1141764 w 1141764"/>
              <a:gd name="connsiteY4" fmla="*/ 597695 h 2664000"/>
              <a:gd name="connsiteX5" fmla="*/ 1009831 w 1141764"/>
              <a:gd name="connsiteY5" fmla="*/ 729628 h 2664000"/>
              <a:gd name="connsiteX6" fmla="*/ 18000 w 1141764"/>
              <a:gd name="connsiteY6" fmla="*/ 729628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465762"/>
                </a:lnTo>
                <a:lnTo>
                  <a:pt x="1009831" y="465762"/>
                </a:lnTo>
                <a:lnTo>
                  <a:pt x="1141764" y="597695"/>
                </a:lnTo>
                <a:lnTo>
                  <a:pt x="1009831" y="729628"/>
                </a:lnTo>
                <a:lnTo>
                  <a:pt x="18000" y="729628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7014ED8C-D9A2-3233-BF99-B959865B48B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090297" y="4043826"/>
            <a:ext cx="2989578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27A02D2A-8972-F536-0B27-7D642847058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97" y="4668926"/>
            <a:ext cx="2989578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5C686B82-2E00-D61D-3AA1-3461944BF43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90297" y="3163716"/>
            <a:ext cx="2989578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7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E0537-39B8-01F9-6D88-D34A820CED5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647849" y="1692565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1936913 h 2664000"/>
              <a:gd name="connsiteX3" fmla="*/ 1009831 w 1141764"/>
              <a:gd name="connsiteY3" fmla="*/ 1936913 h 2664000"/>
              <a:gd name="connsiteX4" fmla="*/ 1141764 w 1141764"/>
              <a:gd name="connsiteY4" fmla="*/ 2068846 h 2664000"/>
              <a:gd name="connsiteX5" fmla="*/ 1009831 w 1141764"/>
              <a:gd name="connsiteY5" fmla="*/ 2200779 h 2664000"/>
              <a:gd name="connsiteX6" fmla="*/ 18000 w 1141764"/>
              <a:gd name="connsiteY6" fmla="*/ 2200779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1936913"/>
                </a:lnTo>
                <a:lnTo>
                  <a:pt x="1009831" y="1936913"/>
                </a:lnTo>
                <a:lnTo>
                  <a:pt x="1141764" y="2068846"/>
                </a:lnTo>
                <a:lnTo>
                  <a:pt x="1009831" y="2200779"/>
                </a:lnTo>
                <a:lnTo>
                  <a:pt x="18000" y="2200779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60" name="Text Placeholder 29">
            <a:extLst>
              <a:ext uri="{FF2B5EF4-FFF2-40B4-BE49-F238E27FC236}">
                <a16:creationId xmlns:a16="http://schemas.microsoft.com/office/drawing/2014/main" id="{E10C62AC-5F15-FEF7-14F7-69E74FF548B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852672" y="4043826"/>
            <a:ext cx="2989578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7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9F67207-8633-F157-D417-A811F5C9124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410224" y="3163716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465762 h 2664000"/>
              <a:gd name="connsiteX3" fmla="*/ 1009831 w 1141764"/>
              <a:gd name="connsiteY3" fmla="*/ 465762 h 2664000"/>
              <a:gd name="connsiteX4" fmla="*/ 1141764 w 1141764"/>
              <a:gd name="connsiteY4" fmla="*/ 597695 h 2664000"/>
              <a:gd name="connsiteX5" fmla="*/ 1009831 w 1141764"/>
              <a:gd name="connsiteY5" fmla="*/ 729628 h 2664000"/>
              <a:gd name="connsiteX6" fmla="*/ 18000 w 1141764"/>
              <a:gd name="connsiteY6" fmla="*/ 729628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465762"/>
                </a:lnTo>
                <a:lnTo>
                  <a:pt x="1009831" y="465762"/>
                </a:lnTo>
                <a:lnTo>
                  <a:pt x="1141764" y="597695"/>
                </a:lnTo>
                <a:lnTo>
                  <a:pt x="1009831" y="729628"/>
                </a:lnTo>
                <a:lnTo>
                  <a:pt x="18000" y="729628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63" name="Text Placeholder 29">
            <a:extLst>
              <a:ext uri="{FF2B5EF4-FFF2-40B4-BE49-F238E27FC236}">
                <a16:creationId xmlns:a16="http://schemas.microsoft.com/office/drawing/2014/main" id="{261031B1-B982-A042-4CFA-1D2651953B25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615047" y="4043826"/>
            <a:ext cx="2989578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64" name="Text Placeholder 29">
            <a:extLst>
              <a:ext uri="{FF2B5EF4-FFF2-40B4-BE49-F238E27FC236}">
                <a16:creationId xmlns:a16="http://schemas.microsoft.com/office/drawing/2014/main" id="{9A88BB22-41E4-5ACD-09E4-4157B024B08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615047" y="4668926"/>
            <a:ext cx="2989578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65" name="Text Placeholder 29">
            <a:extLst>
              <a:ext uri="{FF2B5EF4-FFF2-40B4-BE49-F238E27FC236}">
                <a16:creationId xmlns:a16="http://schemas.microsoft.com/office/drawing/2014/main" id="{071D6C45-DAA5-4D1C-9957-40129325EB6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615047" y="3163716"/>
            <a:ext cx="2989578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7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  <p:sp>
        <p:nvSpPr>
          <p:cNvPr id="74" name="Text Placeholder 29">
            <a:extLst>
              <a:ext uri="{FF2B5EF4-FFF2-40B4-BE49-F238E27FC236}">
                <a16:creationId xmlns:a16="http://schemas.microsoft.com/office/drawing/2014/main" id="{9A4B37EF-352C-7F66-A0C7-B1AAC332DF0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852672" y="1718246"/>
            <a:ext cx="2989578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75" name="Text Placeholder 29">
            <a:extLst>
              <a:ext uri="{FF2B5EF4-FFF2-40B4-BE49-F238E27FC236}">
                <a16:creationId xmlns:a16="http://schemas.microsoft.com/office/drawing/2014/main" id="{8AD0A0A8-C4B1-7D11-7CF8-B6C55DDAF46D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4852672" y="2343346"/>
            <a:ext cx="2989578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033690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586105"/>
            <a:ext cx="10873182" cy="709295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5690"/>
            <a:ext cx="0" cy="70971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3E35AF-2434-732B-7077-725C8432F6CD}"/>
              </a:ext>
            </a:extLst>
          </p:cNvPr>
          <p:cNvSpPr/>
          <p:nvPr userDrawn="1"/>
        </p:nvSpPr>
        <p:spPr>
          <a:xfrm rot="5400000">
            <a:off x="6337263" y="-2030450"/>
            <a:ext cx="117475" cy="115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029AF9-F63D-7CB3-576A-53A1C6A26AD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474" y="3163716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465762 h 2664000"/>
              <a:gd name="connsiteX3" fmla="*/ 1009831 w 1141764"/>
              <a:gd name="connsiteY3" fmla="*/ 465762 h 2664000"/>
              <a:gd name="connsiteX4" fmla="*/ 1141764 w 1141764"/>
              <a:gd name="connsiteY4" fmla="*/ 597695 h 2664000"/>
              <a:gd name="connsiteX5" fmla="*/ 1009831 w 1141764"/>
              <a:gd name="connsiteY5" fmla="*/ 729628 h 2664000"/>
              <a:gd name="connsiteX6" fmla="*/ 18000 w 1141764"/>
              <a:gd name="connsiteY6" fmla="*/ 729628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465762"/>
                </a:lnTo>
                <a:lnTo>
                  <a:pt x="1009831" y="465762"/>
                </a:lnTo>
                <a:lnTo>
                  <a:pt x="1141764" y="597695"/>
                </a:lnTo>
                <a:lnTo>
                  <a:pt x="1009831" y="729628"/>
                </a:lnTo>
                <a:lnTo>
                  <a:pt x="18000" y="729628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7014ED8C-D9A2-3233-BF99-B959865B48B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090297" y="4043826"/>
            <a:ext cx="2220323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27A02D2A-8972-F536-0B27-7D642847058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97" y="4668926"/>
            <a:ext cx="2220323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5C686B82-2E00-D61D-3AA1-3461944BF43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90297" y="3163716"/>
            <a:ext cx="2220323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7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9A8A75-1625-4876-566C-AA3BA0A1B53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645800" y="1692565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1936913 h 2664000"/>
              <a:gd name="connsiteX3" fmla="*/ 1009831 w 1141764"/>
              <a:gd name="connsiteY3" fmla="*/ 1936913 h 2664000"/>
              <a:gd name="connsiteX4" fmla="*/ 1141764 w 1141764"/>
              <a:gd name="connsiteY4" fmla="*/ 2068846 h 2664000"/>
              <a:gd name="connsiteX5" fmla="*/ 1009831 w 1141764"/>
              <a:gd name="connsiteY5" fmla="*/ 2200779 h 2664000"/>
              <a:gd name="connsiteX6" fmla="*/ 18000 w 1141764"/>
              <a:gd name="connsiteY6" fmla="*/ 2200779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1936913"/>
                </a:lnTo>
                <a:lnTo>
                  <a:pt x="1009831" y="1936913"/>
                </a:lnTo>
                <a:lnTo>
                  <a:pt x="1141764" y="2068846"/>
                </a:lnTo>
                <a:lnTo>
                  <a:pt x="1009831" y="2200779"/>
                </a:lnTo>
                <a:lnTo>
                  <a:pt x="18000" y="2200779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60" name="Text Placeholder 29">
            <a:extLst>
              <a:ext uri="{FF2B5EF4-FFF2-40B4-BE49-F238E27FC236}">
                <a16:creationId xmlns:a16="http://schemas.microsoft.com/office/drawing/2014/main" id="{E10C62AC-5F15-FEF7-14F7-69E74FF548B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850623" y="4043826"/>
            <a:ext cx="2220323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7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97AFAFC-46E5-14BD-8600-6EB21244965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06126" y="3163716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465762 h 2664000"/>
              <a:gd name="connsiteX3" fmla="*/ 1009831 w 1141764"/>
              <a:gd name="connsiteY3" fmla="*/ 465762 h 2664000"/>
              <a:gd name="connsiteX4" fmla="*/ 1141764 w 1141764"/>
              <a:gd name="connsiteY4" fmla="*/ 597695 h 2664000"/>
              <a:gd name="connsiteX5" fmla="*/ 1009831 w 1141764"/>
              <a:gd name="connsiteY5" fmla="*/ 729628 h 2664000"/>
              <a:gd name="connsiteX6" fmla="*/ 18000 w 1141764"/>
              <a:gd name="connsiteY6" fmla="*/ 729628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465762"/>
                </a:lnTo>
                <a:lnTo>
                  <a:pt x="1009831" y="465762"/>
                </a:lnTo>
                <a:lnTo>
                  <a:pt x="1141764" y="597695"/>
                </a:lnTo>
                <a:lnTo>
                  <a:pt x="1009831" y="729628"/>
                </a:lnTo>
                <a:lnTo>
                  <a:pt x="18000" y="729628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63" name="Text Placeholder 29">
            <a:extLst>
              <a:ext uri="{FF2B5EF4-FFF2-40B4-BE49-F238E27FC236}">
                <a16:creationId xmlns:a16="http://schemas.microsoft.com/office/drawing/2014/main" id="{261031B1-B982-A042-4CFA-1D2651953B25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610949" y="4043826"/>
            <a:ext cx="2220323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64" name="Text Placeholder 29">
            <a:extLst>
              <a:ext uri="{FF2B5EF4-FFF2-40B4-BE49-F238E27FC236}">
                <a16:creationId xmlns:a16="http://schemas.microsoft.com/office/drawing/2014/main" id="{9A88BB22-41E4-5ACD-09E4-4157B024B08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610949" y="4668926"/>
            <a:ext cx="2220323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65" name="Text Placeholder 29">
            <a:extLst>
              <a:ext uri="{FF2B5EF4-FFF2-40B4-BE49-F238E27FC236}">
                <a16:creationId xmlns:a16="http://schemas.microsoft.com/office/drawing/2014/main" id="{071D6C45-DAA5-4D1C-9957-40129325EB6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610949" y="3163716"/>
            <a:ext cx="2220323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7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AFD2401-AE96-0584-838A-AD350CFC2E6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166451" y="1692565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1936913 h 2664000"/>
              <a:gd name="connsiteX3" fmla="*/ 1009831 w 1141764"/>
              <a:gd name="connsiteY3" fmla="*/ 1936913 h 2664000"/>
              <a:gd name="connsiteX4" fmla="*/ 1141764 w 1141764"/>
              <a:gd name="connsiteY4" fmla="*/ 2068846 h 2664000"/>
              <a:gd name="connsiteX5" fmla="*/ 1009831 w 1141764"/>
              <a:gd name="connsiteY5" fmla="*/ 2200779 h 2664000"/>
              <a:gd name="connsiteX6" fmla="*/ 18000 w 1141764"/>
              <a:gd name="connsiteY6" fmla="*/ 2200779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1936913"/>
                </a:lnTo>
                <a:lnTo>
                  <a:pt x="1009831" y="1936913"/>
                </a:lnTo>
                <a:lnTo>
                  <a:pt x="1141764" y="2068846"/>
                </a:lnTo>
                <a:lnTo>
                  <a:pt x="1009831" y="2200779"/>
                </a:lnTo>
                <a:lnTo>
                  <a:pt x="18000" y="2200779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70" name="Text Placeholder 29">
            <a:extLst>
              <a:ext uri="{FF2B5EF4-FFF2-40B4-BE49-F238E27FC236}">
                <a16:creationId xmlns:a16="http://schemas.microsoft.com/office/drawing/2014/main" id="{32E39F6E-5616-1EC7-DA06-FA903B0B9CC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71274" y="4043826"/>
            <a:ext cx="2220323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7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  <p:sp>
        <p:nvSpPr>
          <p:cNvPr id="74" name="Text Placeholder 29">
            <a:extLst>
              <a:ext uri="{FF2B5EF4-FFF2-40B4-BE49-F238E27FC236}">
                <a16:creationId xmlns:a16="http://schemas.microsoft.com/office/drawing/2014/main" id="{9A4B37EF-352C-7F66-A0C7-B1AAC332DF0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850623" y="1718246"/>
            <a:ext cx="2220323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75" name="Text Placeholder 29">
            <a:extLst>
              <a:ext uri="{FF2B5EF4-FFF2-40B4-BE49-F238E27FC236}">
                <a16:creationId xmlns:a16="http://schemas.microsoft.com/office/drawing/2014/main" id="{8AD0A0A8-C4B1-7D11-7CF8-B6C55DDAF46D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850623" y="2343346"/>
            <a:ext cx="2220323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76" name="Text Placeholder 29">
            <a:extLst>
              <a:ext uri="{FF2B5EF4-FFF2-40B4-BE49-F238E27FC236}">
                <a16:creationId xmlns:a16="http://schemas.microsoft.com/office/drawing/2014/main" id="{9F88D094-280F-4883-8661-9A0BF47D066B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9371274" y="1718246"/>
            <a:ext cx="2220323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77" name="Text Placeholder 29">
            <a:extLst>
              <a:ext uri="{FF2B5EF4-FFF2-40B4-BE49-F238E27FC236}">
                <a16:creationId xmlns:a16="http://schemas.microsoft.com/office/drawing/2014/main" id="{A9F31ADB-E84D-0E5A-C855-7382535346A9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9371274" y="2343346"/>
            <a:ext cx="2220323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771227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586105"/>
            <a:ext cx="10873182" cy="709295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5690"/>
            <a:ext cx="0" cy="70971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3E35AF-2434-732B-7077-725C8432F6CD}"/>
              </a:ext>
            </a:extLst>
          </p:cNvPr>
          <p:cNvSpPr/>
          <p:nvPr userDrawn="1"/>
        </p:nvSpPr>
        <p:spPr>
          <a:xfrm rot="5400000">
            <a:off x="6337263" y="-2030450"/>
            <a:ext cx="117475" cy="115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75C31-219D-A02E-F222-1A57035DB6D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474" y="3163716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465762 h 2664000"/>
              <a:gd name="connsiteX3" fmla="*/ 1009831 w 1141764"/>
              <a:gd name="connsiteY3" fmla="*/ 465762 h 2664000"/>
              <a:gd name="connsiteX4" fmla="*/ 1141764 w 1141764"/>
              <a:gd name="connsiteY4" fmla="*/ 597695 h 2664000"/>
              <a:gd name="connsiteX5" fmla="*/ 1009831 w 1141764"/>
              <a:gd name="connsiteY5" fmla="*/ 729628 h 2664000"/>
              <a:gd name="connsiteX6" fmla="*/ 18000 w 1141764"/>
              <a:gd name="connsiteY6" fmla="*/ 729628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465762"/>
                </a:lnTo>
                <a:lnTo>
                  <a:pt x="1009831" y="465762"/>
                </a:lnTo>
                <a:lnTo>
                  <a:pt x="1141764" y="597695"/>
                </a:lnTo>
                <a:lnTo>
                  <a:pt x="1009831" y="729628"/>
                </a:lnTo>
                <a:lnTo>
                  <a:pt x="18000" y="729628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7014ED8C-D9A2-3233-BF99-B959865B48B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090297" y="4043826"/>
            <a:ext cx="1759583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27A02D2A-8972-F536-0B27-7D642847058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97" y="4668926"/>
            <a:ext cx="1759583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5C686B82-2E00-D61D-3AA1-3461944BF43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90297" y="3163716"/>
            <a:ext cx="1759583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7A0D47-05C2-9BC0-F59C-51D49B0F64E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074081" y="1699192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1930286 h 2664000"/>
              <a:gd name="connsiteX3" fmla="*/ 1009831 w 1141764"/>
              <a:gd name="connsiteY3" fmla="*/ 1930286 h 2664000"/>
              <a:gd name="connsiteX4" fmla="*/ 1141764 w 1141764"/>
              <a:gd name="connsiteY4" fmla="*/ 2062219 h 2664000"/>
              <a:gd name="connsiteX5" fmla="*/ 1009831 w 1141764"/>
              <a:gd name="connsiteY5" fmla="*/ 2194152 h 2664000"/>
              <a:gd name="connsiteX6" fmla="*/ 18000 w 1141764"/>
              <a:gd name="connsiteY6" fmla="*/ 2194152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1930286"/>
                </a:lnTo>
                <a:lnTo>
                  <a:pt x="1009831" y="1930286"/>
                </a:lnTo>
                <a:lnTo>
                  <a:pt x="1141764" y="2062219"/>
                </a:lnTo>
                <a:lnTo>
                  <a:pt x="1009831" y="2194152"/>
                </a:lnTo>
                <a:lnTo>
                  <a:pt x="18000" y="2194152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163" name="Text Placeholder 29">
            <a:extLst>
              <a:ext uri="{FF2B5EF4-FFF2-40B4-BE49-F238E27FC236}">
                <a16:creationId xmlns:a16="http://schemas.microsoft.com/office/drawing/2014/main" id="{C5DD8546-7846-83DD-C69C-139A5A7F21F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278904" y="1718665"/>
            <a:ext cx="1759583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64" name="Text Placeholder 29">
            <a:extLst>
              <a:ext uri="{FF2B5EF4-FFF2-40B4-BE49-F238E27FC236}">
                <a16:creationId xmlns:a16="http://schemas.microsoft.com/office/drawing/2014/main" id="{F16E4A49-2C01-191F-8326-F61D104B88EC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278904" y="2343765"/>
            <a:ext cx="1759583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65" name="Text Placeholder 29">
            <a:extLst>
              <a:ext uri="{FF2B5EF4-FFF2-40B4-BE49-F238E27FC236}">
                <a16:creationId xmlns:a16="http://schemas.microsoft.com/office/drawing/2014/main" id="{B5F67B93-A329-BE6A-41F1-59E419F2B5B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278904" y="4042675"/>
            <a:ext cx="1759583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26093C-560C-352B-BFD7-C3CC93BC36D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262688" y="3163716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465762 h 2664000"/>
              <a:gd name="connsiteX3" fmla="*/ 1009831 w 1141764"/>
              <a:gd name="connsiteY3" fmla="*/ 465762 h 2664000"/>
              <a:gd name="connsiteX4" fmla="*/ 1141764 w 1141764"/>
              <a:gd name="connsiteY4" fmla="*/ 597695 h 2664000"/>
              <a:gd name="connsiteX5" fmla="*/ 1009831 w 1141764"/>
              <a:gd name="connsiteY5" fmla="*/ 729628 h 2664000"/>
              <a:gd name="connsiteX6" fmla="*/ 18000 w 1141764"/>
              <a:gd name="connsiteY6" fmla="*/ 729628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465762"/>
                </a:lnTo>
                <a:lnTo>
                  <a:pt x="1009831" y="465762"/>
                </a:lnTo>
                <a:lnTo>
                  <a:pt x="1141764" y="597695"/>
                </a:lnTo>
                <a:lnTo>
                  <a:pt x="1009831" y="729628"/>
                </a:lnTo>
                <a:lnTo>
                  <a:pt x="18000" y="729628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168" name="Text Placeholder 29">
            <a:extLst>
              <a:ext uri="{FF2B5EF4-FFF2-40B4-BE49-F238E27FC236}">
                <a16:creationId xmlns:a16="http://schemas.microsoft.com/office/drawing/2014/main" id="{48A5C6E0-43E1-EBAC-3627-302E662E865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5467511" y="4043826"/>
            <a:ext cx="1759583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69" name="Text Placeholder 29">
            <a:extLst>
              <a:ext uri="{FF2B5EF4-FFF2-40B4-BE49-F238E27FC236}">
                <a16:creationId xmlns:a16="http://schemas.microsoft.com/office/drawing/2014/main" id="{92ADEB34-3562-FF59-B5E4-127C5221B69D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467511" y="4668926"/>
            <a:ext cx="1759583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70" name="Text Placeholder 29">
            <a:extLst>
              <a:ext uri="{FF2B5EF4-FFF2-40B4-BE49-F238E27FC236}">
                <a16:creationId xmlns:a16="http://schemas.microsoft.com/office/drawing/2014/main" id="{AEB128F4-BE54-8A4E-8B71-C822615400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467511" y="3163716"/>
            <a:ext cx="1759583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529A5CA-6490-C09D-8035-8669A156943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451295" y="1699192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1930286 h 2664000"/>
              <a:gd name="connsiteX3" fmla="*/ 1009831 w 1141764"/>
              <a:gd name="connsiteY3" fmla="*/ 1930286 h 2664000"/>
              <a:gd name="connsiteX4" fmla="*/ 1141764 w 1141764"/>
              <a:gd name="connsiteY4" fmla="*/ 2062219 h 2664000"/>
              <a:gd name="connsiteX5" fmla="*/ 1009831 w 1141764"/>
              <a:gd name="connsiteY5" fmla="*/ 2194152 h 2664000"/>
              <a:gd name="connsiteX6" fmla="*/ 18000 w 1141764"/>
              <a:gd name="connsiteY6" fmla="*/ 2194152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1930286"/>
                </a:lnTo>
                <a:lnTo>
                  <a:pt x="1009831" y="1930286"/>
                </a:lnTo>
                <a:lnTo>
                  <a:pt x="1141764" y="2062219"/>
                </a:lnTo>
                <a:lnTo>
                  <a:pt x="1009831" y="2194152"/>
                </a:lnTo>
                <a:lnTo>
                  <a:pt x="18000" y="2194152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173" name="Text Placeholder 29">
            <a:extLst>
              <a:ext uri="{FF2B5EF4-FFF2-40B4-BE49-F238E27FC236}">
                <a16:creationId xmlns:a16="http://schemas.microsoft.com/office/drawing/2014/main" id="{F761310B-EE7F-0F87-C86E-E6D63D440E48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656118" y="1718665"/>
            <a:ext cx="1759583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74" name="Text Placeholder 29">
            <a:extLst>
              <a:ext uri="{FF2B5EF4-FFF2-40B4-BE49-F238E27FC236}">
                <a16:creationId xmlns:a16="http://schemas.microsoft.com/office/drawing/2014/main" id="{22D679C5-9724-078D-4FB9-33695B27C36A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7656118" y="2343765"/>
            <a:ext cx="1759583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75" name="Text Placeholder 29">
            <a:extLst>
              <a:ext uri="{FF2B5EF4-FFF2-40B4-BE49-F238E27FC236}">
                <a16:creationId xmlns:a16="http://schemas.microsoft.com/office/drawing/2014/main" id="{6B7B7D1C-51CE-D9FF-4225-896F49CA329F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656118" y="4042675"/>
            <a:ext cx="1759583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D41E683-1A91-BE24-5ADB-99D8017A12D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9639902" y="3163716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465762 h 2664000"/>
              <a:gd name="connsiteX3" fmla="*/ 1009831 w 1141764"/>
              <a:gd name="connsiteY3" fmla="*/ 465762 h 2664000"/>
              <a:gd name="connsiteX4" fmla="*/ 1141764 w 1141764"/>
              <a:gd name="connsiteY4" fmla="*/ 597695 h 2664000"/>
              <a:gd name="connsiteX5" fmla="*/ 1009831 w 1141764"/>
              <a:gd name="connsiteY5" fmla="*/ 729628 h 2664000"/>
              <a:gd name="connsiteX6" fmla="*/ 18000 w 1141764"/>
              <a:gd name="connsiteY6" fmla="*/ 729628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465762"/>
                </a:lnTo>
                <a:lnTo>
                  <a:pt x="1009831" y="465762"/>
                </a:lnTo>
                <a:lnTo>
                  <a:pt x="1141764" y="597695"/>
                </a:lnTo>
                <a:lnTo>
                  <a:pt x="1009831" y="729628"/>
                </a:lnTo>
                <a:lnTo>
                  <a:pt x="18000" y="729628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178" name="Text Placeholder 29">
            <a:extLst>
              <a:ext uri="{FF2B5EF4-FFF2-40B4-BE49-F238E27FC236}">
                <a16:creationId xmlns:a16="http://schemas.microsoft.com/office/drawing/2014/main" id="{C9739B77-26F8-B08C-60D1-B8A8F10A4102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9844725" y="4043826"/>
            <a:ext cx="1759583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79" name="Text Placeholder 29">
            <a:extLst>
              <a:ext uri="{FF2B5EF4-FFF2-40B4-BE49-F238E27FC236}">
                <a16:creationId xmlns:a16="http://schemas.microsoft.com/office/drawing/2014/main" id="{58402617-6AC8-711D-F79A-1D2968B5E9FF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9844725" y="4668926"/>
            <a:ext cx="1759583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80" name="Text Placeholder 29">
            <a:extLst>
              <a:ext uri="{FF2B5EF4-FFF2-40B4-BE49-F238E27FC236}">
                <a16:creationId xmlns:a16="http://schemas.microsoft.com/office/drawing/2014/main" id="{EEF0B2A5-748A-C294-5F9B-7654A8F5505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844725" y="3163716"/>
            <a:ext cx="1759583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845474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586105"/>
            <a:ext cx="10873182" cy="709295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5690"/>
            <a:ext cx="0" cy="70971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3E35AF-2434-732B-7077-725C8432F6CD}"/>
              </a:ext>
            </a:extLst>
          </p:cNvPr>
          <p:cNvSpPr/>
          <p:nvPr userDrawn="1"/>
        </p:nvSpPr>
        <p:spPr>
          <a:xfrm rot="5400000">
            <a:off x="6337263" y="-2030450"/>
            <a:ext cx="117475" cy="115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EC45824E-FA98-3F48-43A4-48FA0DA290D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474" y="3163716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465762 h 2664000"/>
              <a:gd name="connsiteX3" fmla="*/ 1009831 w 1141764"/>
              <a:gd name="connsiteY3" fmla="*/ 465762 h 2664000"/>
              <a:gd name="connsiteX4" fmla="*/ 1141764 w 1141764"/>
              <a:gd name="connsiteY4" fmla="*/ 597695 h 2664000"/>
              <a:gd name="connsiteX5" fmla="*/ 1009831 w 1141764"/>
              <a:gd name="connsiteY5" fmla="*/ 729628 h 2664000"/>
              <a:gd name="connsiteX6" fmla="*/ 18000 w 1141764"/>
              <a:gd name="connsiteY6" fmla="*/ 729628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465762"/>
                </a:lnTo>
                <a:lnTo>
                  <a:pt x="1009831" y="465762"/>
                </a:lnTo>
                <a:lnTo>
                  <a:pt x="1141764" y="597695"/>
                </a:lnTo>
                <a:lnTo>
                  <a:pt x="1009831" y="729628"/>
                </a:lnTo>
                <a:lnTo>
                  <a:pt x="18000" y="729628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7014ED8C-D9A2-3233-BF99-B959865B48B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090297" y="4043826"/>
            <a:ext cx="1524316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</a:t>
            </a:r>
            <a:endParaRPr lang="en-ID"/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27A02D2A-8972-F536-0B27-7D642847058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97" y="4668926"/>
            <a:ext cx="1524316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5C686B82-2E00-D61D-3AA1-3461944BF43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90297" y="3163716"/>
            <a:ext cx="1524316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32042ABC-7363-45D1-6C7E-996659DD27C8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678597" y="1716813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1912665 h 2664000"/>
              <a:gd name="connsiteX3" fmla="*/ 1009831 w 1141764"/>
              <a:gd name="connsiteY3" fmla="*/ 1912665 h 2664000"/>
              <a:gd name="connsiteX4" fmla="*/ 1141764 w 1141764"/>
              <a:gd name="connsiteY4" fmla="*/ 2044598 h 2664000"/>
              <a:gd name="connsiteX5" fmla="*/ 1009831 w 1141764"/>
              <a:gd name="connsiteY5" fmla="*/ 2176531 h 2664000"/>
              <a:gd name="connsiteX6" fmla="*/ 18000 w 1141764"/>
              <a:gd name="connsiteY6" fmla="*/ 2176531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1912665"/>
                </a:lnTo>
                <a:lnTo>
                  <a:pt x="1009831" y="1912665"/>
                </a:lnTo>
                <a:lnTo>
                  <a:pt x="1141764" y="2044598"/>
                </a:lnTo>
                <a:lnTo>
                  <a:pt x="1009831" y="2176531"/>
                </a:lnTo>
                <a:lnTo>
                  <a:pt x="18000" y="2176531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38C63DFC-2B10-361A-FCA7-CF7597B18397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883420" y="1720518"/>
            <a:ext cx="1524316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</a:t>
            </a:r>
            <a:endParaRPr lang="en-ID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B083110B-0B44-1AE1-53ED-162013C095D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2883420" y="2345618"/>
            <a:ext cx="1524316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A255DCBF-68F9-FF27-692F-BEEBCCC1EAB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883420" y="4040481"/>
            <a:ext cx="1524316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1BB48274-CC80-A14B-889A-6A18E60C2E7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471720" y="3163716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465762 h 2664000"/>
              <a:gd name="connsiteX3" fmla="*/ 1009831 w 1141764"/>
              <a:gd name="connsiteY3" fmla="*/ 465762 h 2664000"/>
              <a:gd name="connsiteX4" fmla="*/ 1141764 w 1141764"/>
              <a:gd name="connsiteY4" fmla="*/ 597695 h 2664000"/>
              <a:gd name="connsiteX5" fmla="*/ 1009831 w 1141764"/>
              <a:gd name="connsiteY5" fmla="*/ 729628 h 2664000"/>
              <a:gd name="connsiteX6" fmla="*/ 18000 w 1141764"/>
              <a:gd name="connsiteY6" fmla="*/ 729628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465762"/>
                </a:lnTo>
                <a:lnTo>
                  <a:pt x="1009831" y="465762"/>
                </a:lnTo>
                <a:lnTo>
                  <a:pt x="1141764" y="597695"/>
                </a:lnTo>
                <a:lnTo>
                  <a:pt x="1009831" y="729628"/>
                </a:lnTo>
                <a:lnTo>
                  <a:pt x="18000" y="729628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94F075A8-69C1-48E5-5F7F-3498229CA9E4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676543" y="4043826"/>
            <a:ext cx="1524316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</a:t>
            </a:r>
            <a:endParaRPr lang="en-ID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1EBDC6D4-7B18-8ABB-464C-5594F2C77E24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676543" y="4668926"/>
            <a:ext cx="1524316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A7B1BFF0-812C-FDEC-F620-A11909471D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676543" y="3163716"/>
            <a:ext cx="1524316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F789DB73-A7E4-0B6C-FAC9-BBEEAC72053A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264843" y="1716813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1912665 h 2664000"/>
              <a:gd name="connsiteX3" fmla="*/ 1009831 w 1141764"/>
              <a:gd name="connsiteY3" fmla="*/ 1912665 h 2664000"/>
              <a:gd name="connsiteX4" fmla="*/ 1141764 w 1141764"/>
              <a:gd name="connsiteY4" fmla="*/ 2044598 h 2664000"/>
              <a:gd name="connsiteX5" fmla="*/ 1009831 w 1141764"/>
              <a:gd name="connsiteY5" fmla="*/ 2176531 h 2664000"/>
              <a:gd name="connsiteX6" fmla="*/ 18000 w 1141764"/>
              <a:gd name="connsiteY6" fmla="*/ 2176531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1912665"/>
                </a:lnTo>
                <a:lnTo>
                  <a:pt x="1009831" y="1912665"/>
                </a:lnTo>
                <a:lnTo>
                  <a:pt x="1141764" y="2044598"/>
                </a:lnTo>
                <a:lnTo>
                  <a:pt x="1009831" y="2176531"/>
                </a:lnTo>
                <a:lnTo>
                  <a:pt x="18000" y="2176531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DFB0D309-AB17-47AE-C87C-CB3AE74D48F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6469666" y="1720518"/>
            <a:ext cx="1524316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</a:t>
            </a:r>
            <a:endParaRPr lang="en-ID"/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ED0C3C28-B9D9-204C-3BAC-8C8324471AB7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6469666" y="2345618"/>
            <a:ext cx="1524316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8DAE8AB0-2EDB-576D-0B84-B8E51318778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469666" y="4040481"/>
            <a:ext cx="1524316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AE0F66E6-C9FC-6A68-DE85-AF17E4FB36A5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8057966" y="3163716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465762 h 2664000"/>
              <a:gd name="connsiteX3" fmla="*/ 1009831 w 1141764"/>
              <a:gd name="connsiteY3" fmla="*/ 465762 h 2664000"/>
              <a:gd name="connsiteX4" fmla="*/ 1141764 w 1141764"/>
              <a:gd name="connsiteY4" fmla="*/ 597695 h 2664000"/>
              <a:gd name="connsiteX5" fmla="*/ 1009831 w 1141764"/>
              <a:gd name="connsiteY5" fmla="*/ 729628 h 2664000"/>
              <a:gd name="connsiteX6" fmla="*/ 18000 w 1141764"/>
              <a:gd name="connsiteY6" fmla="*/ 729628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465762"/>
                </a:lnTo>
                <a:lnTo>
                  <a:pt x="1009831" y="465762"/>
                </a:lnTo>
                <a:lnTo>
                  <a:pt x="1141764" y="597695"/>
                </a:lnTo>
                <a:lnTo>
                  <a:pt x="1009831" y="729628"/>
                </a:lnTo>
                <a:lnTo>
                  <a:pt x="18000" y="729628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AD762095-069D-4BD6-640E-EA976F90EBE8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8262789" y="4043826"/>
            <a:ext cx="1524316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</a:t>
            </a:r>
            <a:endParaRPr lang="en-ID"/>
          </a:p>
        </p:txBody>
      </p: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8B4A0DAC-82E4-6662-A9B3-71544EC46FB8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8262789" y="4668926"/>
            <a:ext cx="1524316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80354A45-56CA-A32F-60C5-C779D9B604C7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262789" y="3163716"/>
            <a:ext cx="1524316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97B36B24-800C-2D6E-5DD0-17E657548ECF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851089" y="1716813"/>
            <a:ext cx="1141764" cy="2664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1912665 h 2664000"/>
              <a:gd name="connsiteX3" fmla="*/ 1009831 w 1141764"/>
              <a:gd name="connsiteY3" fmla="*/ 1912665 h 2664000"/>
              <a:gd name="connsiteX4" fmla="*/ 1141764 w 1141764"/>
              <a:gd name="connsiteY4" fmla="*/ 2044598 h 2664000"/>
              <a:gd name="connsiteX5" fmla="*/ 1009831 w 1141764"/>
              <a:gd name="connsiteY5" fmla="*/ 2176531 h 2664000"/>
              <a:gd name="connsiteX6" fmla="*/ 18000 w 1141764"/>
              <a:gd name="connsiteY6" fmla="*/ 2176531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1912665"/>
                </a:lnTo>
                <a:lnTo>
                  <a:pt x="1009831" y="1912665"/>
                </a:lnTo>
                <a:lnTo>
                  <a:pt x="1141764" y="2044598"/>
                </a:lnTo>
                <a:lnTo>
                  <a:pt x="1009831" y="2176531"/>
                </a:lnTo>
                <a:lnTo>
                  <a:pt x="18000" y="2176531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.</a:t>
            </a:r>
            <a:endParaRPr lang="en-ID"/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5F91528B-4016-9A18-C984-2859E73B2C44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10055912" y="1720518"/>
            <a:ext cx="1524316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</a:t>
            </a:r>
            <a:endParaRPr lang="en-ID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49AA65F4-5D9F-C19E-6142-74B8F0A68D43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10055912" y="2345618"/>
            <a:ext cx="1524316" cy="11416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4989308E-DDCB-3B4E-8245-6F016843BB6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0055912" y="4040481"/>
            <a:ext cx="1524316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592309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783CBED-341E-9027-5136-D2E9011380BC}"/>
              </a:ext>
            </a:extLst>
          </p:cNvPr>
          <p:cNvGrpSpPr/>
          <p:nvPr userDrawn="1"/>
        </p:nvGrpSpPr>
        <p:grpSpPr>
          <a:xfrm>
            <a:off x="4137023" y="3111644"/>
            <a:ext cx="3923434" cy="1307812"/>
            <a:chOff x="4134283" y="2771991"/>
            <a:chExt cx="3923434" cy="130781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696EBF9-8AB2-F4FA-7FAE-3BCD3D884CED}"/>
                </a:ext>
              </a:extLst>
            </p:cNvPr>
            <p:cNvGrpSpPr/>
            <p:nvPr userDrawn="1"/>
          </p:nvGrpSpPr>
          <p:grpSpPr>
            <a:xfrm>
              <a:off x="4134283" y="2771991"/>
              <a:ext cx="3923434" cy="1307812"/>
              <a:chOff x="4134283" y="2768888"/>
              <a:chExt cx="3923434" cy="1307812"/>
            </a:xfrm>
          </p:grpSpPr>
          <p:sp>
            <p:nvSpPr>
              <p:cNvPr id="14" name="Arc 47">
                <a:extLst>
                  <a:ext uri="{FF2B5EF4-FFF2-40B4-BE49-F238E27FC236}">
                    <a16:creationId xmlns:a16="http://schemas.microsoft.com/office/drawing/2014/main" id="{4D12145B-7BD1-58A9-8595-5786D4C8288E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Arc 48">
                <a:extLst>
                  <a:ext uri="{FF2B5EF4-FFF2-40B4-BE49-F238E27FC236}">
                    <a16:creationId xmlns:a16="http://schemas.microsoft.com/office/drawing/2014/main" id="{35F410C9-0806-C24E-88F1-F0B46FF46EE8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Arc 49">
                <a:extLst>
                  <a:ext uri="{FF2B5EF4-FFF2-40B4-BE49-F238E27FC236}">
                    <a16:creationId xmlns:a16="http://schemas.microsoft.com/office/drawing/2014/main" id="{5C217920-EEE8-FF60-C8AB-64E1405FB7D1}"/>
                  </a:ext>
                </a:extLst>
              </p:cNvPr>
              <p:cNvSpPr/>
              <p:nvPr userDrawn="1"/>
            </p:nvSpPr>
            <p:spPr>
              <a:xfrm>
                <a:off x="6749906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C07D22F-9B24-068A-0853-66329223CF03}"/>
                </a:ext>
              </a:extLst>
            </p:cNvPr>
            <p:cNvGrpSpPr/>
            <p:nvPr userDrawn="1"/>
          </p:nvGrpSpPr>
          <p:grpSpPr>
            <a:xfrm>
              <a:off x="4134283" y="2771991"/>
              <a:ext cx="3923434" cy="1307812"/>
              <a:chOff x="4134283" y="2775094"/>
              <a:chExt cx="3923434" cy="1307812"/>
            </a:xfrm>
          </p:grpSpPr>
          <p:sp>
            <p:nvSpPr>
              <p:cNvPr id="10" name="Arc 9">
                <a:extLst>
                  <a:ext uri="{FF2B5EF4-FFF2-40B4-BE49-F238E27FC236}">
                    <a16:creationId xmlns:a16="http://schemas.microsoft.com/office/drawing/2014/main" id="{F67735F8-5205-EA06-C7D5-B6D58607C979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Arc 11">
                <a:extLst>
                  <a:ext uri="{FF2B5EF4-FFF2-40B4-BE49-F238E27FC236}">
                    <a16:creationId xmlns:a16="http://schemas.microsoft.com/office/drawing/2014/main" id="{3F9BD18F-83E3-0B59-1C8B-CCB9AB85D5A9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Arc 12">
                <a:extLst>
                  <a:ext uri="{FF2B5EF4-FFF2-40B4-BE49-F238E27FC236}">
                    <a16:creationId xmlns:a16="http://schemas.microsoft.com/office/drawing/2014/main" id="{D1F84C90-514B-343E-5F5B-7AB8ACE9B5CD}"/>
                  </a:ext>
                </a:extLst>
              </p:cNvPr>
              <p:cNvSpPr/>
              <p:nvPr userDrawn="1"/>
            </p:nvSpPr>
            <p:spPr>
              <a:xfrm>
                <a:off x="6749906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586105"/>
            <a:ext cx="10873182" cy="709295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5690"/>
            <a:ext cx="0" cy="70971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7014ED8C-D9A2-3233-BF99-B959865B48B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090297" y="2077954"/>
            <a:ext cx="2989578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27A02D2A-8972-F536-0B27-7D642847058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97" y="2703054"/>
            <a:ext cx="2989578" cy="719417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r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5C686B82-2E00-D61D-3AA1-3461944BF43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60928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7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  <p:sp>
        <p:nvSpPr>
          <p:cNvPr id="60" name="Text Placeholder 29">
            <a:extLst>
              <a:ext uri="{FF2B5EF4-FFF2-40B4-BE49-F238E27FC236}">
                <a16:creationId xmlns:a16="http://schemas.microsoft.com/office/drawing/2014/main" id="{E10C62AC-5F15-FEF7-14F7-69E74FF548B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468739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7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  <p:sp>
        <p:nvSpPr>
          <p:cNvPr id="63" name="Text Placeholder 29">
            <a:extLst>
              <a:ext uri="{FF2B5EF4-FFF2-40B4-BE49-F238E27FC236}">
                <a16:creationId xmlns:a16="http://schemas.microsoft.com/office/drawing/2014/main" id="{261031B1-B982-A042-4CFA-1D2651953B25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112127" y="2077954"/>
            <a:ext cx="2989578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64" name="Text Placeholder 29">
            <a:extLst>
              <a:ext uri="{FF2B5EF4-FFF2-40B4-BE49-F238E27FC236}">
                <a16:creationId xmlns:a16="http://schemas.microsoft.com/office/drawing/2014/main" id="{9A88BB22-41E4-5ACD-09E4-4157B024B08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112127" y="2703054"/>
            <a:ext cx="2989578" cy="719417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65" name="Text Placeholder 29">
            <a:extLst>
              <a:ext uri="{FF2B5EF4-FFF2-40B4-BE49-F238E27FC236}">
                <a16:creationId xmlns:a16="http://schemas.microsoft.com/office/drawing/2014/main" id="{071D6C45-DAA5-4D1C-9957-40129325EB6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776551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7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  <p:sp>
        <p:nvSpPr>
          <p:cNvPr id="74" name="Text Placeholder 29">
            <a:extLst>
              <a:ext uri="{FF2B5EF4-FFF2-40B4-BE49-F238E27FC236}">
                <a16:creationId xmlns:a16="http://schemas.microsoft.com/office/drawing/2014/main" id="{9A4B37EF-352C-7F66-A0C7-B1AAC332DF0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601211" y="4640443"/>
            <a:ext cx="2989578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75" name="Text Placeholder 29">
            <a:extLst>
              <a:ext uri="{FF2B5EF4-FFF2-40B4-BE49-F238E27FC236}">
                <a16:creationId xmlns:a16="http://schemas.microsoft.com/office/drawing/2014/main" id="{8AD0A0A8-C4B1-7D11-7CF8-B6C55DDAF46D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4601211" y="5265543"/>
            <a:ext cx="2989578" cy="719417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537358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D5833C4-DC12-C256-8147-AB2E873090F7}"/>
              </a:ext>
            </a:extLst>
          </p:cNvPr>
          <p:cNvGrpSpPr/>
          <p:nvPr userDrawn="1"/>
        </p:nvGrpSpPr>
        <p:grpSpPr>
          <a:xfrm>
            <a:off x="3423758" y="3111644"/>
            <a:ext cx="5231244" cy="1307812"/>
            <a:chOff x="4134283" y="3357980"/>
            <a:chExt cx="5231244" cy="130781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01BCF58-0363-AD55-7706-7577015208AD}"/>
                </a:ext>
              </a:extLst>
            </p:cNvPr>
            <p:cNvGrpSpPr/>
            <p:nvPr userDrawn="1"/>
          </p:nvGrpSpPr>
          <p:grpSpPr>
            <a:xfrm>
              <a:off x="6749905" y="3357980"/>
              <a:ext cx="2615622" cy="1307812"/>
              <a:chOff x="4134283" y="2768888"/>
              <a:chExt cx="2615622" cy="1307812"/>
            </a:xfrm>
          </p:grpSpPr>
          <p:sp>
            <p:nvSpPr>
              <p:cNvPr id="27" name="Arc 47">
                <a:extLst>
                  <a:ext uri="{FF2B5EF4-FFF2-40B4-BE49-F238E27FC236}">
                    <a16:creationId xmlns:a16="http://schemas.microsoft.com/office/drawing/2014/main" id="{1BF9A4E5-A19D-055D-8E75-99214E96ED1B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" name="Arc 48">
                <a:extLst>
                  <a:ext uri="{FF2B5EF4-FFF2-40B4-BE49-F238E27FC236}">
                    <a16:creationId xmlns:a16="http://schemas.microsoft.com/office/drawing/2014/main" id="{5CC87E2F-50E6-39DD-CDFC-305C19C07B98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E84A738-0246-4B22-A768-845597DB34B1}"/>
                </a:ext>
              </a:extLst>
            </p:cNvPr>
            <p:cNvGrpSpPr/>
            <p:nvPr userDrawn="1"/>
          </p:nvGrpSpPr>
          <p:grpSpPr>
            <a:xfrm>
              <a:off x="4134283" y="3357980"/>
              <a:ext cx="2615622" cy="1307812"/>
              <a:chOff x="4134283" y="2768888"/>
              <a:chExt cx="2615622" cy="1307812"/>
            </a:xfrm>
          </p:grpSpPr>
          <p:sp>
            <p:nvSpPr>
              <p:cNvPr id="25" name="Arc 47">
                <a:extLst>
                  <a:ext uri="{FF2B5EF4-FFF2-40B4-BE49-F238E27FC236}">
                    <a16:creationId xmlns:a16="http://schemas.microsoft.com/office/drawing/2014/main" id="{05BC3C8F-7B44-2BED-6193-E93BB9B72472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6" name="Arc 48">
                <a:extLst>
                  <a:ext uri="{FF2B5EF4-FFF2-40B4-BE49-F238E27FC236}">
                    <a16:creationId xmlns:a16="http://schemas.microsoft.com/office/drawing/2014/main" id="{8F3EF4B7-90AB-C7DA-B8CB-018463EB1B1D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9FB1F07-E1F7-E735-3584-493086F95515}"/>
                </a:ext>
              </a:extLst>
            </p:cNvPr>
            <p:cNvGrpSpPr/>
            <p:nvPr userDrawn="1"/>
          </p:nvGrpSpPr>
          <p:grpSpPr>
            <a:xfrm>
              <a:off x="4134283" y="3357980"/>
              <a:ext cx="2615622" cy="1307812"/>
              <a:chOff x="4134283" y="2775094"/>
              <a:chExt cx="2615622" cy="1307812"/>
            </a:xfrm>
          </p:grpSpPr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D0384BA1-F92B-41F3-C1AE-23727B73848C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Arc 23">
                <a:extLst>
                  <a:ext uri="{FF2B5EF4-FFF2-40B4-BE49-F238E27FC236}">
                    <a16:creationId xmlns:a16="http://schemas.microsoft.com/office/drawing/2014/main" id="{5EBDB500-C547-2D2E-C1E5-DA481BCDCED5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836FD13-85D3-B050-415C-DA5E49AA432F}"/>
                </a:ext>
              </a:extLst>
            </p:cNvPr>
            <p:cNvGrpSpPr/>
            <p:nvPr userDrawn="1"/>
          </p:nvGrpSpPr>
          <p:grpSpPr>
            <a:xfrm>
              <a:off x="6749905" y="3357980"/>
              <a:ext cx="2615622" cy="1307812"/>
              <a:chOff x="4134283" y="2775094"/>
              <a:chExt cx="2615622" cy="1307812"/>
            </a:xfrm>
          </p:grpSpPr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17EDC98A-FAF8-1636-961C-0E3CB7409E03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52C6782D-6669-5C6D-6338-0D1D8E749EFB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586105"/>
            <a:ext cx="10873182" cy="709295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5690"/>
            <a:ext cx="0" cy="70971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7014ED8C-D9A2-3233-BF99-B959865B48B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0807" y="2946490"/>
            <a:ext cx="2526766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27A02D2A-8972-F536-0B27-7D642847058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60807" y="3571590"/>
            <a:ext cx="2526766" cy="972433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r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63" name="Text Placeholder 29">
            <a:extLst>
              <a:ext uri="{FF2B5EF4-FFF2-40B4-BE49-F238E27FC236}">
                <a16:creationId xmlns:a16="http://schemas.microsoft.com/office/drawing/2014/main" id="{261031B1-B982-A042-4CFA-1D2651953B25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5429903" y="1441696"/>
            <a:ext cx="2526766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64" name="Text Placeholder 29">
            <a:extLst>
              <a:ext uri="{FF2B5EF4-FFF2-40B4-BE49-F238E27FC236}">
                <a16:creationId xmlns:a16="http://schemas.microsoft.com/office/drawing/2014/main" id="{9A88BB22-41E4-5ACD-09E4-4157B024B08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429903" y="2066796"/>
            <a:ext cx="2526766" cy="972433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74" name="Text Placeholder 29">
            <a:extLst>
              <a:ext uri="{FF2B5EF4-FFF2-40B4-BE49-F238E27FC236}">
                <a16:creationId xmlns:a16="http://schemas.microsoft.com/office/drawing/2014/main" id="{9A4B37EF-352C-7F66-A0C7-B1AAC332DF0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124015" y="4596925"/>
            <a:ext cx="2526766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75" name="Text Placeholder 29">
            <a:extLst>
              <a:ext uri="{FF2B5EF4-FFF2-40B4-BE49-F238E27FC236}">
                <a16:creationId xmlns:a16="http://schemas.microsoft.com/office/drawing/2014/main" id="{8AD0A0A8-C4B1-7D11-7CF8-B6C55DDAF46D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4124015" y="5222025"/>
            <a:ext cx="2526766" cy="972433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76" name="Text Placeholder 29">
            <a:extLst>
              <a:ext uri="{FF2B5EF4-FFF2-40B4-BE49-F238E27FC236}">
                <a16:creationId xmlns:a16="http://schemas.microsoft.com/office/drawing/2014/main" id="{9F88D094-280F-4883-8661-9A0BF47D066B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8901380" y="2946490"/>
            <a:ext cx="2526766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77" name="Text Placeholder 29">
            <a:extLst>
              <a:ext uri="{FF2B5EF4-FFF2-40B4-BE49-F238E27FC236}">
                <a16:creationId xmlns:a16="http://schemas.microsoft.com/office/drawing/2014/main" id="{A9F31ADB-E84D-0E5A-C855-7382535346A9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8901380" y="3571590"/>
            <a:ext cx="2526766" cy="972433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5C686B82-2E00-D61D-3AA1-3461944BF43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47663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7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  <p:sp>
        <p:nvSpPr>
          <p:cNvPr id="60" name="Text Placeholder 29">
            <a:extLst>
              <a:ext uri="{FF2B5EF4-FFF2-40B4-BE49-F238E27FC236}">
                <a16:creationId xmlns:a16="http://schemas.microsoft.com/office/drawing/2014/main" id="{E10C62AC-5F15-FEF7-14F7-69E74FF548B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756949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7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  <p:sp>
        <p:nvSpPr>
          <p:cNvPr id="65" name="Text Placeholder 29">
            <a:extLst>
              <a:ext uri="{FF2B5EF4-FFF2-40B4-BE49-F238E27FC236}">
                <a16:creationId xmlns:a16="http://schemas.microsoft.com/office/drawing/2014/main" id="{071D6C45-DAA5-4D1C-9957-40129325EB6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066235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7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  <p:sp>
        <p:nvSpPr>
          <p:cNvPr id="70" name="Text Placeholder 29">
            <a:extLst>
              <a:ext uri="{FF2B5EF4-FFF2-40B4-BE49-F238E27FC236}">
                <a16:creationId xmlns:a16="http://schemas.microsoft.com/office/drawing/2014/main" id="{32E39F6E-5616-1EC7-DA06-FA903B0B9CC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375521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7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829253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FE2AD4A-FFA7-E356-533B-3682CE748F60}"/>
              </a:ext>
            </a:extLst>
          </p:cNvPr>
          <p:cNvGrpSpPr/>
          <p:nvPr userDrawn="1"/>
        </p:nvGrpSpPr>
        <p:grpSpPr>
          <a:xfrm>
            <a:off x="2750272" y="3111644"/>
            <a:ext cx="6539055" cy="1307812"/>
            <a:chOff x="3480378" y="3357980"/>
            <a:chExt cx="6539055" cy="1307812"/>
          </a:xfrm>
        </p:grpSpPr>
        <p:sp>
          <p:nvSpPr>
            <p:cNvPr id="12" name="Arc 47">
              <a:extLst>
                <a:ext uri="{FF2B5EF4-FFF2-40B4-BE49-F238E27FC236}">
                  <a16:creationId xmlns:a16="http://schemas.microsoft.com/office/drawing/2014/main" id="{5ADE87A4-1E17-504F-FC08-4E5317FA8905}"/>
                </a:ext>
              </a:extLst>
            </p:cNvPr>
            <p:cNvSpPr/>
            <p:nvPr userDrawn="1"/>
          </p:nvSpPr>
          <p:spPr>
            <a:xfrm>
              <a:off x="8711622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Arc 47">
              <a:extLst>
                <a:ext uri="{FF2B5EF4-FFF2-40B4-BE49-F238E27FC236}">
                  <a16:creationId xmlns:a16="http://schemas.microsoft.com/office/drawing/2014/main" id="{58CDE690-F1D3-A2E1-1A15-211FF078FDDB}"/>
                </a:ext>
              </a:extLst>
            </p:cNvPr>
            <p:cNvSpPr/>
            <p:nvPr userDrawn="1"/>
          </p:nvSpPr>
          <p:spPr>
            <a:xfrm>
              <a:off x="6096000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Arc 48">
              <a:extLst>
                <a:ext uri="{FF2B5EF4-FFF2-40B4-BE49-F238E27FC236}">
                  <a16:creationId xmlns:a16="http://schemas.microsoft.com/office/drawing/2014/main" id="{98761B8C-B84E-693F-B36F-FB9CE49972F3}"/>
                </a:ext>
              </a:extLst>
            </p:cNvPr>
            <p:cNvSpPr/>
            <p:nvPr userDrawn="1"/>
          </p:nvSpPr>
          <p:spPr>
            <a:xfrm flipV="1">
              <a:off x="7403811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Arc 47">
              <a:extLst>
                <a:ext uri="{FF2B5EF4-FFF2-40B4-BE49-F238E27FC236}">
                  <a16:creationId xmlns:a16="http://schemas.microsoft.com/office/drawing/2014/main" id="{1D5F6001-25C6-ED50-DAA0-C9A450EADBDD}"/>
                </a:ext>
              </a:extLst>
            </p:cNvPr>
            <p:cNvSpPr/>
            <p:nvPr userDrawn="1"/>
          </p:nvSpPr>
          <p:spPr>
            <a:xfrm>
              <a:off x="3480378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Arc 48">
              <a:extLst>
                <a:ext uri="{FF2B5EF4-FFF2-40B4-BE49-F238E27FC236}">
                  <a16:creationId xmlns:a16="http://schemas.microsoft.com/office/drawing/2014/main" id="{0DB28EB5-007D-E1A3-1B43-13A6960317E9}"/>
                </a:ext>
              </a:extLst>
            </p:cNvPr>
            <p:cNvSpPr/>
            <p:nvPr userDrawn="1"/>
          </p:nvSpPr>
          <p:spPr>
            <a:xfrm flipV="1">
              <a:off x="4788189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B5A7E809-373A-B623-3766-CF30FDAA10EB}"/>
                </a:ext>
              </a:extLst>
            </p:cNvPr>
            <p:cNvSpPr/>
            <p:nvPr userDrawn="1"/>
          </p:nvSpPr>
          <p:spPr>
            <a:xfrm>
              <a:off x="3480378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93CEF93B-B80E-035A-FF60-EEF1EF615D77}"/>
                </a:ext>
              </a:extLst>
            </p:cNvPr>
            <p:cNvSpPr/>
            <p:nvPr userDrawn="1"/>
          </p:nvSpPr>
          <p:spPr>
            <a:xfrm flipV="1">
              <a:off x="4788189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BAFB1B3D-BB79-C97B-8395-4A58A130AAD1}"/>
                </a:ext>
              </a:extLst>
            </p:cNvPr>
            <p:cNvSpPr/>
            <p:nvPr userDrawn="1"/>
          </p:nvSpPr>
          <p:spPr>
            <a:xfrm>
              <a:off x="6096000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5058C121-2A3B-AC59-790A-F454E0E4910D}"/>
                </a:ext>
              </a:extLst>
            </p:cNvPr>
            <p:cNvSpPr/>
            <p:nvPr userDrawn="1"/>
          </p:nvSpPr>
          <p:spPr>
            <a:xfrm flipV="1">
              <a:off x="7403811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64F625EA-4806-1F64-7CEA-1D02E08887B3}"/>
                </a:ext>
              </a:extLst>
            </p:cNvPr>
            <p:cNvSpPr/>
            <p:nvPr userDrawn="1"/>
          </p:nvSpPr>
          <p:spPr>
            <a:xfrm>
              <a:off x="8711622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586105"/>
            <a:ext cx="10873182" cy="709295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5690"/>
            <a:ext cx="0" cy="70971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7014ED8C-D9A2-3233-BF99-B959865B48B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2401423" y="1507452"/>
            <a:ext cx="2034264" cy="47871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27A02D2A-8972-F536-0B27-7D642847058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2401423" y="2058171"/>
            <a:ext cx="2034264" cy="89003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5C686B82-2E00-D61D-3AA1-3461944BF43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774178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  <p:sp>
        <p:nvSpPr>
          <p:cNvPr id="163" name="Text Placeholder 29">
            <a:extLst>
              <a:ext uri="{FF2B5EF4-FFF2-40B4-BE49-F238E27FC236}">
                <a16:creationId xmlns:a16="http://schemas.microsoft.com/office/drawing/2014/main" id="{C5DD8546-7846-83DD-C69C-139A5A7F21F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706574" y="4552265"/>
            <a:ext cx="2034264" cy="47871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64" name="Text Placeholder 29">
            <a:extLst>
              <a:ext uri="{FF2B5EF4-FFF2-40B4-BE49-F238E27FC236}">
                <a16:creationId xmlns:a16="http://schemas.microsoft.com/office/drawing/2014/main" id="{F16E4A49-2C01-191F-8326-F61D104B88EC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706574" y="5102984"/>
            <a:ext cx="2034264" cy="89003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65" name="Text Placeholder 29">
            <a:extLst>
              <a:ext uri="{FF2B5EF4-FFF2-40B4-BE49-F238E27FC236}">
                <a16:creationId xmlns:a16="http://schemas.microsoft.com/office/drawing/2014/main" id="{B5F67B93-A329-BE6A-41F1-59E419F2B5B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081989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  <p:sp>
        <p:nvSpPr>
          <p:cNvPr id="168" name="Text Placeholder 29">
            <a:extLst>
              <a:ext uri="{FF2B5EF4-FFF2-40B4-BE49-F238E27FC236}">
                <a16:creationId xmlns:a16="http://schemas.microsoft.com/office/drawing/2014/main" id="{48A5C6E0-43E1-EBAC-3627-302E662E865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5011725" y="1507452"/>
            <a:ext cx="2034264" cy="47871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69" name="Text Placeholder 29">
            <a:extLst>
              <a:ext uri="{FF2B5EF4-FFF2-40B4-BE49-F238E27FC236}">
                <a16:creationId xmlns:a16="http://schemas.microsoft.com/office/drawing/2014/main" id="{92ADEB34-3562-FF59-B5E4-127C5221B69D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011725" y="2058171"/>
            <a:ext cx="2034264" cy="89003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70" name="Text Placeholder 29">
            <a:extLst>
              <a:ext uri="{FF2B5EF4-FFF2-40B4-BE49-F238E27FC236}">
                <a16:creationId xmlns:a16="http://schemas.microsoft.com/office/drawing/2014/main" id="{AEB128F4-BE54-8A4E-8B71-C822615400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389800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  <p:sp>
        <p:nvSpPr>
          <p:cNvPr id="173" name="Text Placeholder 29">
            <a:extLst>
              <a:ext uri="{FF2B5EF4-FFF2-40B4-BE49-F238E27FC236}">
                <a16:creationId xmlns:a16="http://schemas.microsoft.com/office/drawing/2014/main" id="{F761310B-EE7F-0F87-C86E-E6D63D440E48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6316876" y="4552265"/>
            <a:ext cx="2034264" cy="47871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74" name="Text Placeholder 29">
            <a:extLst>
              <a:ext uri="{FF2B5EF4-FFF2-40B4-BE49-F238E27FC236}">
                <a16:creationId xmlns:a16="http://schemas.microsoft.com/office/drawing/2014/main" id="{22D679C5-9724-078D-4FB9-33695B27C36A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6316876" y="5102984"/>
            <a:ext cx="2034264" cy="89003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75" name="Text Placeholder 29">
            <a:extLst>
              <a:ext uri="{FF2B5EF4-FFF2-40B4-BE49-F238E27FC236}">
                <a16:creationId xmlns:a16="http://schemas.microsoft.com/office/drawing/2014/main" id="{6B7B7D1C-51CE-D9FF-4225-896F49CA329F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697611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  <p:sp>
        <p:nvSpPr>
          <p:cNvPr id="178" name="Text Placeholder 29">
            <a:extLst>
              <a:ext uri="{FF2B5EF4-FFF2-40B4-BE49-F238E27FC236}">
                <a16:creationId xmlns:a16="http://schemas.microsoft.com/office/drawing/2014/main" id="{C9739B77-26F8-B08C-60D1-B8A8F10A4102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7622026" y="1507452"/>
            <a:ext cx="2034264" cy="47871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79" name="Text Placeholder 29">
            <a:extLst>
              <a:ext uri="{FF2B5EF4-FFF2-40B4-BE49-F238E27FC236}">
                <a16:creationId xmlns:a16="http://schemas.microsoft.com/office/drawing/2014/main" id="{58402617-6AC8-711D-F79A-1D2968B5E9FF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7622026" y="2058171"/>
            <a:ext cx="2034264" cy="89003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80" name="Text Placeholder 29">
            <a:extLst>
              <a:ext uri="{FF2B5EF4-FFF2-40B4-BE49-F238E27FC236}">
                <a16:creationId xmlns:a16="http://schemas.microsoft.com/office/drawing/2014/main" id="{EEF0B2A5-748A-C294-5F9B-7654A8F5505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005421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284733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3C0172F-B0C5-5179-7441-64802A951866}"/>
              </a:ext>
            </a:extLst>
          </p:cNvPr>
          <p:cNvGrpSpPr/>
          <p:nvPr userDrawn="1"/>
        </p:nvGrpSpPr>
        <p:grpSpPr>
          <a:xfrm>
            <a:off x="2105892" y="3111644"/>
            <a:ext cx="7846866" cy="1307812"/>
            <a:chOff x="2105892" y="3357980"/>
            <a:chExt cx="7846866" cy="1307812"/>
          </a:xfrm>
        </p:grpSpPr>
        <p:sp>
          <p:nvSpPr>
            <p:cNvPr id="8" name="Arc 48">
              <a:extLst>
                <a:ext uri="{FF2B5EF4-FFF2-40B4-BE49-F238E27FC236}">
                  <a16:creationId xmlns:a16="http://schemas.microsoft.com/office/drawing/2014/main" id="{9A253063-EE6B-D083-6F61-BBE64C38960B}"/>
                </a:ext>
              </a:extLst>
            </p:cNvPr>
            <p:cNvSpPr/>
            <p:nvPr userDrawn="1"/>
          </p:nvSpPr>
          <p:spPr>
            <a:xfrm flipV="1">
              <a:off x="8644947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Arc 47">
              <a:extLst>
                <a:ext uri="{FF2B5EF4-FFF2-40B4-BE49-F238E27FC236}">
                  <a16:creationId xmlns:a16="http://schemas.microsoft.com/office/drawing/2014/main" id="{4EDBEE68-316F-FC47-07A7-0FAC8903F7DA}"/>
                </a:ext>
              </a:extLst>
            </p:cNvPr>
            <p:cNvSpPr/>
            <p:nvPr userDrawn="1"/>
          </p:nvSpPr>
          <p:spPr>
            <a:xfrm>
              <a:off x="7337136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Arc 47">
              <a:extLst>
                <a:ext uri="{FF2B5EF4-FFF2-40B4-BE49-F238E27FC236}">
                  <a16:creationId xmlns:a16="http://schemas.microsoft.com/office/drawing/2014/main" id="{1EFE890F-CEFD-D528-19D9-E4CBFABB117D}"/>
                </a:ext>
              </a:extLst>
            </p:cNvPr>
            <p:cNvSpPr/>
            <p:nvPr userDrawn="1"/>
          </p:nvSpPr>
          <p:spPr>
            <a:xfrm>
              <a:off x="4721514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Arc 48">
              <a:extLst>
                <a:ext uri="{FF2B5EF4-FFF2-40B4-BE49-F238E27FC236}">
                  <a16:creationId xmlns:a16="http://schemas.microsoft.com/office/drawing/2014/main" id="{A57667EE-D2C4-239A-030B-7C8B4BBAF00B}"/>
                </a:ext>
              </a:extLst>
            </p:cNvPr>
            <p:cNvSpPr/>
            <p:nvPr userDrawn="1"/>
          </p:nvSpPr>
          <p:spPr>
            <a:xfrm flipV="1">
              <a:off x="6029325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Arc 47">
              <a:extLst>
                <a:ext uri="{FF2B5EF4-FFF2-40B4-BE49-F238E27FC236}">
                  <a16:creationId xmlns:a16="http://schemas.microsoft.com/office/drawing/2014/main" id="{00C81707-9191-4714-D517-44546ED45566}"/>
                </a:ext>
              </a:extLst>
            </p:cNvPr>
            <p:cNvSpPr/>
            <p:nvPr userDrawn="1"/>
          </p:nvSpPr>
          <p:spPr>
            <a:xfrm>
              <a:off x="2105892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Arc 48">
              <a:extLst>
                <a:ext uri="{FF2B5EF4-FFF2-40B4-BE49-F238E27FC236}">
                  <a16:creationId xmlns:a16="http://schemas.microsoft.com/office/drawing/2014/main" id="{7FBC14EA-9CCC-BEEB-B54C-53700C77D219}"/>
                </a:ext>
              </a:extLst>
            </p:cNvPr>
            <p:cNvSpPr/>
            <p:nvPr userDrawn="1"/>
          </p:nvSpPr>
          <p:spPr>
            <a:xfrm flipV="1">
              <a:off x="3413703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B35155D2-A2D3-10AB-5EF6-072F8751001D}"/>
                </a:ext>
              </a:extLst>
            </p:cNvPr>
            <p:cNvSpPr/>
            <p:nvPr userDrawn="1"/>
          </p:nvSpPr>
          <p:spPr>
            <a:xfrm>
              <a:off x="2105892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AB8117C9-E8C5-9596-F171-65CE5050C18D}"/>
                </a:ext>
              </a:extLst>
            </p:cNvPr>
            <p:cNvSpPr/>
            <p:nvPr userDrawn="1"/>
          </p:nvSpPr>
          <p:spPr>
            <a:xfrm flipV="1">
              <a:off x="3413703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10E889D3-429D-A6B3-DEB6-A47E3EFB5D17}"/>
                </a:ext>
              </a:extLst>
            </p:cNvPr>
            <p:cNvSpPr/>
            <p:nvPr userDrawn="1"/>
          </p:nvSpPr>
          <p:spPr>
            <a:xfrm>
              <a:off x="4721514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539BBFBC-57F0-2F45-4572-94B259910D99}"/>
                </a:ext>
              </a:extLst>
            </p:cNvPr>
            <p:cNvSpPr/>
            <p:nvPr userDrawn="1"/>
          </p:nvSpPr>
          <p:spPr>
            <a:xfrm flipV="1">
              <a:off x="6029325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Arc 42">
              <a:extLst>
                <a:ext uri="{FF2B5EF4-FFF2-40B4-BE49-F238E27FC236}">
                  <a16:creationId xmlns:a16="http://schemas.microsoft.com/office/drawing/2014/main" id="{D40E2498-6077-B609-5EFB-A6A94E3FCD7D}"/>
                </a:ext>
              </a:extLst>
            </p:cNvPr>
            <p:cNvSpPr/>
            <p:nvPr userDrawn="1"/>
          </p:nvSpPr>
          <p:spPr>
            <a:xfrm>
              <a:off x="7337136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59492140-7C6C-86CC-854C-D950D30A7216}"/>
                </a:ext>
              </a:extLst>
            </p:cNvPr>
            <p:cNvSpPr/>
            <p:nvPr userDrawn="1"/>
          </p:nvSpPr>
          <p:spPr>
            <a:xfrm flipV="1">
              <a:off x="8644947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586105"/>
            <a:ext cx="10873182" cy="709295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5690"/>
            <a:ext cx="0" cy="70971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7014ED8C-D9A2-3233-BF99-B959865B48B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817226" y="1540905"/>
            <a:ext cx="1876714" cy="47895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</a:t>
            </a:r>
            <a:endParaRPr lang="en-ID"/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27A02D2A-8972-F536-0B27-7D642847058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817226" y="2091856"/>
            <a:ext cx="1876714" cy="885737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5C686B82-2E00-D61D-3AA1-3461944BF43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131218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38C63DFC-2B10-361A-FCA7-CF7597B18397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126024" y="4553507"/>
            <a:ext cx="1876714" cy="47895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</a:t>
            </a:r>
            <a:endParaRPr lang="en-ID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B083110B-0B44-1AE1-53ED-162013C095D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126024" y="5104458"/>
            <a:ext cx="1876714" cy="885737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A255DCBF-68F9-FF27-692F-BEEBCCC1EAB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437616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94F075A8-69C1-48E5-5F7F-3498229CA9E4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434822" y="1540905"/>
            <a:ext cx="1876714" cy="47895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</a:t>
            </a:r>
            <a:endParaRPr lang="en-ID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1EBDC6D4-7B18-8ABB-464C-5594F2C77E24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434822" y="2091856"/>
            <a:ext cx="1876714" cy="885737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A7B1BFF0-812C-FDEC-F620-A11909471D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44014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DFB0D309-AB17-47AE-C87C-CB3AE74D48F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5743620" y="4553507"/>
            <a:ext cx="1876714" cy="47895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</a:t>
            </a:r>
            <a:endParaRPr lang="en-ID"/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ED0C3C28-B9D9-204C-3BAC-8C8324471AB7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743620" y="5104458"/>
            <a:ext cx="1876714" cy="885737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8DAE8AB0-2EDB-576D-0B84-B8E51318778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050412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AD762095-069D-4BD6-640E-EA976F90EBE8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7052418" y="1540905"/>
            <a:ext cx="1876714" cy="47895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</a:t>
            </a:r>
            <a:endParaRPr lang="en-ID"/>
          </a:p>
        </p:txBody>
      </p: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8B4A0DAC-82E4-6662-A9B3-71544EC46FB8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7052418" y="2091856"/>
            <a:ext cx="1876714" cy="885737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80354A45-56CA-A32F-60C5-C779D9B604C7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356810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5F91528B-4016-9A18-C984-2859E73B2C44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8361218" y="4553507"/>
            <a:ext cx="1876714" cy="47895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</a:t>
            </a:r>
            <a:endParaRPr lang="en-ID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49AA65F4-5D9F-C19E-6142-74B8F0A68D43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361218" y="5104458"/>
            <a:ext cx="1876714" cy="885737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Click to edit Master text styles</a:t>
            </a:r>
            <a:endParaRPr lang="en-ID"/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4989308E-DDCB-3B4E-8245-6F016843BB6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663206" y="3609181"/>
            <a:ext cx="1260000" cy="31273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solidFill>
                  <a:schemeClr val="accent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/>
              <a:t>Milestone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6445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31" userDrawn="1">
          <p15:clr>
            <a:srgbClr val="FBAE40"/>
          </p15:clr>
        </p15:guide>
        <p15:guide id="2" pos="5858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43" y="590778"/>
            <a:ext cx="10873181" cy="133477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90363"/>
            <a:ext cx="0" cy="13356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7521927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51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2729593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5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theme" Target="../theme/theme2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29.05.2025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31CA77-4526-60BD-4614-F242B74D161D}"/>
              </a:ext>
            </a:extLst>
          </p:cNvPr>
          <p:cNvSpPr/>
          <p:nvPr userDrawn="1"/>
        </p:nvSpPr>
        <p:spPr>
          <a:xfrm>
            <a:off x="0" y="6235700"/>
            <a:ext cx="12192000" cy="622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A151A-46CB-1090-446C-0EDAEF296B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525" y="6409951"/>
            <a:ext cx="546100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E8FF3198-2DCB-4FEF-C479-8E76289E1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584200"/>
            <a:ext cx="10398125" cy="11070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E489BE9-192C-49E8-B1F1-91EF667E3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825625"/>
            <a:ext cx="10398125" cy="3559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grpSp>
        <p:nvGrpSpPr>
          <p:cNvPr id="16" name="Group 15" hidden="1">
            <a:extLst>
              <a:ext uri="{FF2B5EF4-FFF2-40B4-BE49-F238E27FC236}">
                <a16:creationId xmlns:a16="http://schemas.microsoft.com/office/drawing/2014/main" id="{9CBE7AA2-3D9C-E4A5-8EC5-AE78D1FAF1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17" name="Group 16" hidden="1">
              <a:extLst>
                <a:ext uri="{FF2B5EF4-FFF2-40B4-BE49-F238E27FC236}">
                  <a16:creationId xmlns:a16="http://schemas.microsoft.com/office/drawing/2014/main" id="{DC1AF556-CC80-A678-A2D5-5C8C86BAAE45}"/>
                </a:ext>
              </a:extLst>
            </p:cNvPr>
            <p:cNvGrpSpPr/>
            <p:nvPr userDrawn="1"/>
          </p:nvGrpSpPr>
          <p:grpSpPr>
            <a:xfrm>
              <a:off x="0" y="0"/>
              <a:ext cx="12192000" cy="6858000"/>
              <a:chOff x="0" y="0"/>
              <a:chExt cx="5166360" cy="6858000"/>
            </a:xfrm>
            <a:noFill/>
          </p:grpSpPr>
          <p:sp>
            <p:nvSpPr>
              <p:cNvPr id="19" name="Rectangle 18" hidden="1">
                <a:extLst>
                  <a:ext uri="{FF2B5EF4-FFF2-40B4-BE49-F238E27FC236}">
                    <a16:creationId xmlns:a16="http://schemas.microsoft.com/office/drawing/2014/main" id="{F152FD21-286B-1EF4-488B-A51A1DBD5450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 hidden="1">
                <a:extLst>
                  <a:ext uri="{FF2B5EF4-FFF2-40B4-BE49-F238E27FC236}">
                    <a16:creationId xmlns:a16="http://schemas.microsoft.com/office/drawing/2014/main" id="{8BF54D69-F9E7-0DE6-C3A7-60EE2CD7A944}"/>
                  </a:ext>
                </a:extLst>
              </p:cNvPr>
              <p:cNvSpPr/>
              <p:nvPr userDrawn="1"/>
            </p:nvSpPr>
            <p:spPr>
              <a:xfrm>
                <a:off x="86106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" name="Rectangle 20" hidden="1">
                <a:extLst>
                  <a:ext uri="{FF2B5EF4-FFF2-40B4-BE49-F238E27FC236}">
                    <a16:creationId xmlns:a16="http://schemas.microsoft.com/office/drawing/2014/main" id="{6B753A8C-3034-646A-9496-4E86765F30FA}"/>
                  </a:ext>
                </a:extLst>
              </p:cNvPr>
              <p:cNvSpPr/>
              <p:nvPr userDrawn="1"/>
            </p:nvSpPr>
            <p:spPr>
              <a:xfrm>
                <a:off x="172212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" name="Rectangle 21" hidden="1">
                <a:extLst>
                  <a:ext uri="{FF2B5EF4-FFF2-40B4-BE49-F238E27FC236}">
                    <a16:creationId xmlns:a16="http://schemas.microsoft.com/office/drawing/2014/main" id="{F5A778D6-81DE-8B52-4635-AF9B44897873}"/>
                  </a:ext>
                </a:extLst>
              </p:cNvPr>
              <p:cNvSpPr/>
              <p:nvPr userDrawn="1"/>
            </p:nvSpPr>
            <p:spPr>
              <a:xfrm>
                <a:off x="258318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Rectangle 22" hidden="1">
                <a:extLst>
                  <a:ext uri="{FF2B5EF4-FFF2-40B4-BE49-F238E27FC236}">
                    <a16:creationId xmlns:a16="http://schemas.microsoft.com/office/drawing/2014/main" id="{6FD8563E-664B-9D68-5E75-8203C4796A0B}"/>
                  </a:ext>
                </a:extLst>
              </p:cNvPr>
              <p:cNvSpPr/>
              <p:nvPr userDrawn="1"/>
            </p:nvSpPr>
            <p:spPr>
              <a:xfrm>
                <a:off x="344424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Rectangle 23" hidden="1">
                <a:extLst>
                  <a:ext uri="{FF2B5EF4-FFF2-40B4-BE49-F238E27FC236}">
                    <a16:creationId xmlns:a16="http://schemas.microsoft.com/office/drawing/2014/main" id="{42D21107-5BDC-FC32-29DD-C1E608644F37}"/>
                  </a:ext>
                </a:extLst>
              </p:cNvPr>
              <p:cNvSpPr/>
              <p:nvPr userDrawn="1"/>
            </p:nvSpPr>
            <p:spPr>
              <a:xfrm>
                <a:off x="430530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8" name="Frame 17" hidden="1">
              <a:extLst>
                <a:ext uri="{FF2B5EF4-FFF2-40B4-BE49-F238E27FC236}">
                  <a16:creationId xmlns:a16="http://schemas.microsoft.com/office/drawing/2014/main" id="{82A4C640-D8FF-346F-1885-79B3B285F1FF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frame">
              <a:avLst>
                <a:gd name="adj1" fmla="val 861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6C1C88-2ECB-FD04-A6A6-62C080CC9E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0" y="6364288"/>
            <a:ext cx="543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D0200D-1894-E78A-4396-9F667379D94F}"/>
              </a:ext>
            </a:extLst>
          </p:cNvPr>
          <p:cNvPicPr>
            <a:picLocks noChangeAspect="1"/>
          </p:cNvPicPr>
          <p:nvPr userDrawn="1"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50" y="6364288"/>
            <a:ext cx="254317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447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10" r:id="rId2"/>
    <p:sldLayoutId id="2147483709" r:id="rId3"/>
    <p:sldLayoutId id="2147483677" r:id="rId4"/>
    <p:sldLayoutId id="2147483711" r:id="rId5"/>
    <p:sldLayoutId id="2147483712" r:id="rId6"/>
    <p:sldLayoutId id="2147483687" r:id="rId7"/>
    <p:sldLayoutId id="2147483704" r:id="rId8"/>
    <p:sldLayoutId id="2147483697" r:id="rId9"/>
    <p:sldLayoutId id="2147483713" r:id="rId10"/>
    <p:sldLayoutId id="2147483714" r:id="rId11"/>
    <p:sldLayoutId id="2147483702" r:id="rId12"/>
    <p:sldLayoutId id="2147483703" r:id="rId13"/>
    <p:sldLayoutId id="2147483701" r:id="rId14"/>
    <p:sldLayoutId id="2147483715" r:id="rId15"/>
    <p:sldLayoutId id="2147483716" r:id="rId16"/>
    <p:sldLayoutId id="2147483662" r:id="rId17"/>
    <p:sldLayoutId id="2147483686" r:id="rId18"/>
    <p:sldLayoutId id="2147483679" r:id="rId19"/>
    <p:sldLayoutId id="2147483683" r:id="rId20"/>
    <p:sldLayoutId id="2147483680" r:id="rId21"/>
    <p:sldLayoutId id="2147483684" r:id="rId22"/>
    <p:sldLayoutId id="2147483678" r:id="rId23"/>
    <p:sldLayoutId id="2147483681" r:id="rId24"/>
    <p:sldLayoutId id="2147483682" r:id="rId25"/>
    <p:sldLayoutId id="2147483698" r:id="rId26"/>
    <p:sldLayoutId id="2147483685" r:id="rId27"/>
    <p:sldLayoutId id="2147483688" r:id="rId28"/>
    <p:sldLayoutId id="2147483689" r:id="rId29"/>
    <p:sldLayoutId id="2147483690" r:id="rId30"/>
    <p:sldLayoutId id="2147483699" r:id="rId31"/>
    <p:sldLayoutId id="2147483700" r:id="rId32"/>
    <p:sldLayoutId id="2147483696" r:id="rId33"/>
    <p:sldLayoutId id="2147483691" r:id="rId34"/>
    <p:sldLayoutId id="2147483692" r:id="rId35"/>
    <p:sldLayoutId id="2147483693" r:id="rId36"/>
    <p:sldLayoutId id="2147483705" r:id="rId37"/>
    <p:sldLayoutId id="2147483706" r:id="rId38"/>
    <p:sldLayoutId id="2147483707" r:id="rId39"/>
    <p:sldLayoutId id="2147483708" r:id="rId40"/>
    <p:sldLayoutId id="2147483694" r:id="rId41"/>
    <p:sldLayoutId id="2147483695" r:id="rId42"/>
  </p:sldLayoutIdLst>
  <p:hf hdr="0" dt="0"/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4"/>
          </a:solidFill>
          <a:latin typeface="+mj-lt"/>
          <a:ea typeface="+mj-ea"/>
          <a:cs typeface="+mj-cs"/>
        </a:defRPr>
      </a:lvl1pPr>
    </p:titleStyle>
    <p:bodyStyle>
      <a:lvl1pPr marL="0" indent="0" algn="l" defTabSz="914446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400" b="1" kern="1200">
          <a:solidFill>
            <a:schemeClr val="accent4"/>
          </a:solidFill>
          <a:latin typeface="+mn-lt"/>
          <a:ea typeface="+mn-ea"/>
          <a:cs typeface="+mn-cs"/>
        </a:defRPr>
      </a:lvl1pPr>
      <a:lvl2pPr marL="457223" indent="0" algn="l" defTabSz="914446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933" kern="1200">
          <a:solidFill>
            <a:schemeClr val="accent4"/>
          </a:solidFill>
          <a:latin typeface="+mn-lt"/>
          <a:ea typeface="+mn-ea"/>
          <a:cs typeface="+mn-cs"/>
        </a:defRPr>
      </a:lvl2pPr>
      <a:lvl3pPr marL="914446" indent="0" algn="l" defTabSz="914446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933" kern="1200">
          <a:solidFill>
            <a:schemeClr val="accent4"/>
          </a:solidFill>
          <a:latin typeface="+mn-lt"/>
          <a:ea typeface="+mn-ea"/>
          <a:cs typeface="+mn-cs"/>
        </a:defRPr>
      </a:lvl3pPr>
      <a:lvl4pPr marL="1371669" indent="0" algn="l" defTabSz="914446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933" kern="1200">
          <a:solidFill>
            <a:schemeClr val="accent4"/>
          </a:solidFill>
          <a:latin typeface="+mn-lt"/>
          <a:ea typeface="+mn-ea"/>
          <a:cs typeface="+mn-cs"/>
        </a:defRPr>
      </a:lvl4pPr>
      <a:lvl5pPr marL="1828891" indent="0" algn="l" defTabSz="914446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933" kern="1200">
          <a:solidFill>
            <a:schemeClr val="accent4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70" userDrawn="1">
          <p15:clr>
            <a:srgbClr val="F26B43"/>
          </p15:clr>
        </p15:guide>
        <p15:guide id="2" pos="7310" userDrawn="1">
          <p15:clr>
            <a:srgbClr val="F26B43"/>
          </p15:clr>
        </p15:guide>
        <p15:guide id="3" orient="horz" pos="368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pos="1277" userDrawn="1">
          <p15:clr>
            <a:srgbClr val="F26B43"/>
          </p15:clr>
        </p15:guide>
        <p15:guide id="8" pos="2570" userDrawn="1">
          <p15:clr>
            <a:srgbClr val="F26B43"/>
          </p15:clr>
        </p15:guide>
        <p15:guide id="9" pos="3840" userDrawn="1">
          <p15:clr>
            <a:srgbClr val="F26B43"/>
          </p15:clr>
        </p15:guide>
        <p15:guide id="10" pos="5110" userDrawn="1">
          <p15:clr>
            <a:srgbClr val="F26B43"/>
          </p15:clr>
        </p15:guide>
        <p15:guide id="11" pos="640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guardian.com/film/2023/may/18/youth-review-heart-stopping-stories-in-chinas-sweatshop-capital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ight Triangle 63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ru-RU" sz="5500">
                <a:latin typeface="Batang"/>
                <a:ea typeface="Batang"/>
                <a:cs typeface="Times New Roman"/>
              </a:rPr>
              <a:t>Классификация жанров публицистических текстов методами машинного обучения</a:t>
            </a:r>
            <a:endParaRPr lang="ru-RU" sz="5500">
              <a:latin typeface="Batang"/>
              <a:ea typeface="Batang"/>
            </a:endParaRP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21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6622C-91A0-B755-D187-6EFC1D0BC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541" y="623271"/>
            <a:ext cx="9074919" cy="559967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2700" b="1" dirty="0">
                <a:ea typeface="+mn-lt"/>
                <a:cs typeface="+mn-lt"/>
              </a:rPr>
              <a:t>Актуальность </a:t>
            </a:r>
            <a:r>
              <a:rPr lang="ru-RU" sz="2700" dirty="0">
                <a:ea typeface="+mn-lt"/>
                <a:cs typeface="+mn-lt"/>
              </a:rPr>
              <a:t>исследования обусловлена большим ростом объемов цифрового медиаконтента. Эффективная автоматическая классификация публицистических текстов по жанрам критически важна для медиакомпаний, исследователей и пользователей.</a:t>
            </a:r>
            <a:endParaRPr lang="ru-RU" sz="2700" dirty="0"/>
          </a:p>
          <a:p>
            <a:r>
              <a:rPr lang="ru-RU" sz="2700" b="1" dirty="0">
                <a:ea typeface="+mn-lt"/>
                <a:cs typeface="+mn-lt"/>
              </a:rPr>
              <a:t>Цель работы</a:t>
            </a:r>
            <a:r>
              <a:rPr lang="ru-RU" sz="2700" dirty="0">
                <a:ea typeface="+mn-lt"/>
                <a:cs typeface="+mn-lt"/>
              </a:rPr>
              <a:t>: Создать модель, способную автоматически определять жанр публицистического текста.</a:t>
            </a:r>
            <a:endParaRPr lang="ru-RU" sz="2700" dirty="0"/>
          </a:p>
          <a:p>
            <a:r>
              <a:rPr lang="ru-RU" sz="2700" b="1" dirty="0">
                <a:ea typeface="+mn-lt"/>
                <a:cs typeface="+mn-lt"/>
              </a:rPr>
              <a:t>Объект</a:t>
            </a:r>
            <a:r>
              <a:rPr lang="ru-RU" sz="2700" dirty="0">
                <a:ea typeface="+mn-lt"/>
                <a:cs typeface="+mn-lt"/>
              </a:rPr>
              <a:t>: Публицистические тексты на английском языке (британская качественная периодика, "The Guardian").</a:t>
            </a:r>
          </a:p>
          <a:p>
            <a:r>
              <a:rPr lang="ru-RU" sz="2700" b="1" dirty="0">
                <a:ea typeface="+mn-lt"/>
                <a:cs typeface="+mn-lt"/>
              </a:rPr>
              <a:t>Предмет</a:t>
            </a:r>
            <a:r>
              <a:rPr lang="ru-RU" sz="2700" dirty="0">
                <a:ea typeface="+mn-lt"/>
                <a:cs typeface="+mn-lt"/>
              </a:rPr>
              <a:t>: Методы машинного обучения для жанровой классификации.</a:t>
            </a:r>
            <a:endParaRPr lang="ru-RU" sz="2700" dirty="0"/>
          </a:p>
          <a:p>
            <a:endParaRPr lang="ru-RU" sz="1500"/>
          </a:p>
        </p:txBody>
      </p:sp>
    </p:spTree>
    <p:extLst>
      <p:ext uri="{BB962C8B-B14F-4D97-AF65-F5344CB8AC3E}">
        <p14:creationId xmlns:p14="http://schemas.microsoft.com/office/powerpoint/2010/main" val="2477388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891DA-9F23-B23F-695D-382154BFC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471" y="894484"/>
            <a:ext cx="9441932" cy="447007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b="1" i="1" dirty="0">
                <a:ea typeface="+mn-lt"/>
                <a:cs typeface="+mn-lt"/>
              </a:rPr>
              <a:t>Материалом исследования</a:t>
            </a:r>
            <a:r>
              <a:rPr lang="ru-RU" dirty="0">
                <a:ea typeface="+mn-lt"/>
                <a:cs typeface="+mn-lt"/>
              </a:rPr>
              <a:t> является 50 000 публицистических текстов из современной британской газеты </a:t>
            </a:r>
            <a:r>
              <a:rPr lang="en-US" dirty="0">
                <a:ea typeface="+mn-lt"/>
                <a:cs typeface="+mn-lt"/>
              </a:rPr>
              <a:t>The Guardian</a:t>
            </a:r>
            <a:r>
              <a:rPr lang="ru-RU" dirty="0">
                <a:ea typeface="+mn-lt"/>
                <a:cs typeface="+mn-lt"/>
              </a:rPr>
              <a:t> собранные непосредственно из открытого веб-сервиса, который предоставляет контент газеты. Для анализа будут применены методы компьютерной лингвистики.</a:t>
            </a:r>
            <a:endParaRPr lang="ru-RU"/>
          </a:p>
          <a:p>
            <a:r>
              <a:rPr lang="ru-RU" b="1" i="1" dirty="0">
                <a:ea typeface="+mn-lt"/>
                <a:cs typeface="+mn-lt"/>
              </a:rPr>
              <a:t>Теоретическую базу</a:t>
            </a:r>
            <a:r>
              <a:rPr lang="ru-RU" dirty="0">
                <a:ea typeface="+mn-lt"/>
                <a:cs typeface="+mn-lt"/>
              </a:rPr>
              <a:t> исследования составляют труды ученых из разных областей лингвистики, компьютерных наук, эксперты по данным.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7682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ight Triangle 67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43805F-7DCE-3E8F-E095-3A2DC4BD7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ru-RU" sz="2600" b="1">
                <a:latin typeface="Arial"/>
                <a:cs typeface="Arial"/>
              </a:rPr>
              <a:t>Теоретические положения</a:t>
            </a:r>
            <a:br>
              <a:rPr lang="ru-RU" sz="2600">
                <a:latin typeface="Arial"/>
                <a:cs typeface="Arial"/>
              </a:rPr>
            </a:br>
            <a:br>
              <a:rPr lang="ru-RU" sz="2600">
                <a:latin typeface="Arial"/>
                <a:cs typeface="Arial"/>
              </a:rPr>
            </a:br>
            <a:r>
              <a:rPr lang="ru-RU" sz="2600">
                <a:latin typeface="Arial"/>
                <a:cs typeface="Arial"/>
              </a:rPr>
              <a:t>Жанровые маркеры как основа классификации</a:t>
            </a:r>
            <a:endParaRPr lang="ru-RU" sz="2600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AE636-5EB1-5571-7343-C8B5F24B3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2000" dirty="0">
                <a:latin typeface="Arial"/>
                <a:cs typeface="Arial"/>
              </a:rPr>
              <a:t>Жанровые маркеры как основа классификации по Лазутиной и Распоповой, </a:t>
            </a:r>
            <a:endParaRPr lang="ru-RU" sz="2000" dirty="0">
              <a:latin typeface="Aptos" panose="020B0004020202020204"/>
              <a:cs typeface="Arial"/>
            </a:endParaRPr>
          </a:p>
          <a:p>
            <a:pPr marL="0" indent="0">
              <a:buNone/>
            </a:pPr>
            <a:r>
              <a:rPr lang="ru-RU" sz="2000" dirty="0">
                <a:latin typeface="Arial"/>
                <a:cs typeface="Arial"/>
              </a:rPr>
              <a:t>Публицистические жанры обладают уникальными структурно-стилистическими признаками:  </a:t>
            </a:r>
          </a:p>
          <a:p>
            <a:r>
              <a:rPr lang="ru-RU" sz="2000" dirty="0">
                <a:latin typeface="Arial"/>
                <a:cs typeface="Arial"/>
              </a:rPr>
              <a:t>Степень субъективности </a:t>
            </a:r>
          </a:p>
          <a:p>
            <a:r>
              <a:rPr lang="ru-RU" sz="2000" dirty="0">
                <a:latin typeface="Arial"/>
                <a:cs typeface="Arial"/>
              </a:rPr>
              <a:t>Оценочность  </a:t>
            </a:r>
            <a:endParaRPr lang="en-US" sz="2000" dirty="0">
              <a:latin typeface="Aptos" panose="020B0004020202020204"/>
              <a:cs typeface="Arial"/>
            </a:endParaRPr>
          </a:p>
          <a:p>
            <a:r>
              <a:rPr lang="ru-RU" sz="2000" dirty="0">
                <a:latin typeface="Arial"/>
                <a:cs typeface="Arial"/>
              </a:rPr>
              <a:t>Композиционные особенности  </a:t>
            </a:r>
            <a:br>
              <a:rPr lang="en-US" sz="2000" dirty="0"/>
            </a:b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14297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Triangle 3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662A27-FF66-68DA-ED99-44EEFDB1C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ru-RU" sz="5000">
                <a:latin typeface="Arial"/>
                <a:cs typeface="Arial"/>
              </a:rPr>
              <a:t>Контекстная обработка текстов</a:t>
            </a:r>
            <a:endParaRPr lang="ru-RU" sz="5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4D4F1-0D2C-A01F-9E4E-7C97DD955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ru-RU" sz="2600" dirty="0">
                <a:latin typeface="Arial"/>
                <a:cs typeface="Arial"/>
              </a:rPr>
              <a:t>По </a:t>
            </a:r>
            <a:r>
              <a:rPr lang="ru-RU" sz="2600" err="1">
                <a:latin typeface="Arial"/>
                <a:cs typeface="Arial"/>
              </a:rPr>
              <a:t>Jacob</a:t>
            </a:r>
            <a:r>
              <a:rPr lang="ru-RU" sz="2600" dirty="0">
                <a:latin typeface="Arial"/>
                <a:cs typeface="Arial"/>
              </a:rPr>
              <a:t> </a:t>
            </a:r>
            <a:r>
              <a:rPr lang="ru-RU" sz="2600" err="1">
                <a:latin typeface="Arial"/>
                <a:cs typeface="Arial"/>
              </a:rPr>
              <a:t>Devlin</a:t>
            </a:r>
            <a:r>
              <a:rPr lang="ru-RU" sz="2600" dirty="0">
                <a:latin typeface="Arial"/>
                <a:cs typeface="Arial"/>
              </a:rPr>
              <a:t>, трансформеры (BERT) учитывают контекст на уровне всего текста, а не отдельных слов. Это критически важно для распознавания:  </a:t>
            </a:r>
            <a:endParaRPr lang="ru-RU" sz="2600"/>
          </a:p>
          <a:p>
            <a:r>
              <a:rPr lang="en-US" sz="2600" dirty="0" err="1">
                <a:latin typeface="Arial"/>
                <a:cs typeface="Arial"/>
              </a:rPr>
              <a:t>Иронии</a:t>
            </a:r>
            <a:r>
              <a:rPr lang="en-US" sz="2600" dirty="0">
                <a:latin typeface="Arial"/>
                <a:cs typeface="Arial"/>
              </a:rPr>
              <a:t> и </a:t>
            </a:r>
            <a:r>
              <a:rPr lang="en-US" sz="2600" dirty="0" err="1">
                <a:latin typeface="Arial"/>
                <a:cs typeface="Arial"/>
              </a:rPr>
              <a:t>эмоциональной</a:t>
            </a:r>
            <a:r>
              <a:rPr lang="en-US" sz="2600" dirty="0">
                <a:latin typeface="Arial"/>
                <a:cs typeface="Arial"/>
              </a:rPr>
              <a:t> </a:t>
            </a:r>
            <a:r>
              <a:rPr lang="en-US" sz="2600" dirty="0" err="1">
                <a:latin typeface="Arial"/>
                <a:cs typeface="Arial"/>
              </a:rPr>
              <a:t>окраски</a:t>
            </a:r>
            <a:r>
              <a:rPr lang="en-US" sz="2600" dirty="0">
                <a:latin typeface="Arial"/>
                <a:cs typeface="Arial"/>
              </a:rPr>
              <a:t> </a:t>
            </a:r>
          </a:p>
          <a:p>
            <a:r>
              <a:rPr lang="en-US" sz="2600" dirty="0" err="1">
                <a:latin typeface="Arial"/>
                <a:cs typeface="Arial"/>
              </a:rPr>
              <a:t>Стилистических</a:t>
            </a:r>
            <a:r>
              <a:rPr lang="en-US" sz="2600" dirty="0">
                <a:latin typeface="Arial"/>
                <a:cs typeface="Arial"/>
              </a:rPr>
              <a:t> </a:t>
            </a:r>
            <a:r>
              <a:rPr lang="en-US" sz="2600" dirty="0" err="1">
                <a:latin typeface="Arial"/>
                <a:cs typeface="Arial"/>
              </a:rPr>
              <a:t>нюансов</a:t>
            </a:r>
            <a:r>
              <a:rPr lang="en-US" sz="2600" dirty="0">
                <a:latin typeface="Arial"/>
                <a:cs typeface="Arial"/>
              </a:rPr>
              <a:t> </a:t>
            </a:r>
          </a:p>
          <a:p>
            <a:pPr marL="0" indent="0">
              <a:buNone/>
            </a:pPr>
            <a:r>
              <a:rPr lang="en-US" sz="2600" dirty="0">
                <a:latin typeface="Arial"/>
                <a:cs typeface="Arial"/>
              </a:rPr>
              <a:t>  </a:t>
            </a:r>
            <a:endParaRPr lang="en-US" sz="2000" dirty="0"/>
          </a:p>
          <a:p>
            <a:pPr marL="0" indent="0">
              <a:buNone/>
            </a:pPr>
            <a:br>
              <a:rPr lang="en-US" sz="1700" dirty="0"/>
            </a:br>
            <a:br>
              <a:rPr lang="en-US" sz="1700" dirty="0"/>
            </a:b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3883382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672809-A377-FCED-4BC9-9D12BA43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ru-RU" sz="4800">
                <a:latin typeface="Arial"/>
                <a:cs typeface="Arial"/>
              </a:rPr>
              <a:t>Преимущество нейросетей над традиционными методами</a:t>
            </a:r>
            <a:endParaRPr lang="ru-RU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90A23-6E87-9920-FE26-BADC8BE51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400" dirty="0" err="1">
                <a:latin typeface="Arial"/>
                <a:cs typeface="Arial"/>
              </a:rPr>
              <a:t>Йошуа</a:t>
            </a:r>
            <a:r>
              <a:rPr lang="ru-RU" sz="2400" dirty="0">
                <a:latin typeface="Arial"/>
                <a:cs typeface="Arial"/>
              </a:rPr>
              <a:t> </a:t>
            </a:r>
            <a:r>
              <a:rPr lang="ru-RU" sz="2400" dirty="0" err="1">
                <a:latin typeface="Arial"/>
                <a:cs typeface="Arial"/>
              </a:rPr>
              <a:t>Бенжио</a:t>
            </a:r>
            <a:r>
              <a:rPr lang="ru-RU" sz="2400" dirty="0">
                <a:latin typeface="Arial"/>
                <a:cs typeface="Arial"/>
              </a:rPr>
              <a:t> писал что нейросети автоматически извлекают высокоуровневые абстракции, тогда как методы вроде TF-IDF или SVM работают с поверхностными признаками.  </a:t>
            </a:r>
            <a:endParaRPr lang="ru-RU" sz="2400" dirty="0"/>
          </a:p>
          <a:p>
            <a:pPr marL="0" indent="0">
              <a:buNone/>
            </a:pPr>
            <a:endParaRPr lang="ru-RU" sz="2400" dirty="0">
              <a:latin typeface="Arial"/>
              <a:cs typeface="Arial"/>
            </a:endParaRPr>
          </a:p>
          <a:p>
            <a:endParaRPr lang="en-U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621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4CBDBB-4FBD-4B9E-BD01-054A81D43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1A6F03-171F-40B2-8B2C-A061B8924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2C4834C-B602-4125-8264-BD0D55A58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172EE5-132F-4DD4-8855-4DBBD9C34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5844" y="1110000"/>
            <a:ext cx="10195740" cy="4629235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D0715-6FD5-6B5F-2B13-D1E722425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8875" y="359442"/>
            <a:ext cx="8188026" cy="2044650"/>
          </a:xfrm>
        </p:spPr>
        <p:txBody>
          <a:bodyPr anchor="b">
            <a:normAutofit/>
          </a:bodyPr>
          <a:lstStyle/>
          <a:p>
            <a:pPr algn="ctr"/>
            <a:r>
              <a:rPr lang="ru-RU" sz="4000">
                <a:latin typeface="Batang"/>
                <a:ea typeface="Batang"/>
                <a:cs typeface="Times New Roman"/>
              </a:rPr>
              <a:t>Выбор данных и их предобработка</a:t>
            </a:r>
            <a:endParaRPr lang="ru-RU" sz="4000">
              <a:latin typeface="Batang"/>
              <a:ea typeface="Batang"/>
            </a:endParaRPr>
          </a:p>
        </p:txBody>
      </p:sp>
      <p:pic>
        <p:nvPicPr>
          <p:cNvPr id="15" name="Объект 14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AE29A5F-33F6-A304-4740-838B49C09B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00203" y="2406474"/>
            <a:ext cx="8482099" cy="3036760"/>
          </a:xfrm>
        </p:spPr>
      </p:pic>
    </p:spTree>
    <p:extLst>
      <p:ext uri="{BB962C8B-B14F-4D97-AF65-F5344CB8AC3E}">
        <p14:creationId xmlns:p14="http://schemas.microsoft.com/office/powerpoint/2010/main" val="4056269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CCA929-7A61-4313-8A90-619CDF425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250F98-AE57-452A-8B22-1B78911F0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464315C-FCA9-40FE-892E-D4A5B3A5B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F9520B-E0CD-4FA7-91B5-7DC36B606C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5195"/>
            <a:ext cx="12192000" cy="5389511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Изображение выглядит как текст, шабло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1DFD215-37D7-A3A6-ED81-096001FEB3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6395" t="-1855" r="7558" b="56155"/>
          <a:stretch/>
        </p:blipFill>
        <p:spPr>
          <a:xfrm>
            <a:off x="8475889" y="567569"/>
            <a:ext cx="3501360" cy="5552590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Шрифт, алгебр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4CC70E1-8020-E1D0-2F85-DF40CA0DAE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3636" y="3717397"/>
            <a:ext cx="5176157" cy="2386541"/>
          </a:xfrm>
          <a:prstGeom prst="rect">
            <a:avLst/>
          </a:prstGeom>
        </p:spPr>
      </p:pic>
      <p:pic>
        <p:nvPicPr>
          <p:cNvPr id="2" name="Рисунок 1" descr="Изображение выглядит как текст, Шрифт, снимок экран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F6051BC-E081-6662-7B05-944E39A993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495" y="882226"/>
            <a:ext cx="7905750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787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0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E63A91BE-4263-488E-B846-54DC76E61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14">
            <a:extLst>
              <a:ext uri="{FF2B5EF4-FFF2-40B4-BE49-F238E27FC236}">
                <a16:creationId xmlns:a16="http://schemas.microsoft.com/office/drawing/2014/main" id="{355717D4-33C9-419C-8D9C-17C707967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24" name="Rectangle 16">
            <a:extLst>
              <a:ext uri="{FF2B5EF4-FFF2-40B4-BE49-F238E27FC236}">
                <a16:creationId xmlns:a16="http://schemas.microsoft.com/office/drawing/2014/main" id="{DE152F22-1707-453C-8C48-6B5CDD242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8">
            <a:extLst>
              <a:ext uri="{FF2B5EF4-FFF2-40B4-BE49-F238E27FC236}">
                <a16:creationId xmlns:a16="http://schemas.microsoft.com/office/drawing/2014/main" id="{A75FA67A-56F6-4164-8E1F-8D6AFD3F0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286593"/>
            <a:ext cx="12192000" cy="4280925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Объект 6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2BB4233-B2BC-A0D1-B4C3-0468457D00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27" y="1696187"/>
            <a:ext cx="12194226" cy="3460088"/>
          </a:xfrm>
        </p:spPr>
      </p:pic>
    </p:spTree>
    <p:extLst>
      <p:ext uri="{BB962C8B-B14F-4D97-AF65-F5344CB8AC3E}">
        <p14:creationId xmlns:p14="http://schemas.microsoft.com/office/powerpoint/2010/main" val="2162078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D781CC7-58CA-AD36-AEFF-D6AF97B43F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" t="5036" r="-267" b="-180"/>
          <a:stretch>
            <a:fillRect/>
          </a:stretch>
        </p:blipFill>
        <p:spPr>
          <a:xfrm>
            <a:off x="-1388" y="317653"/>
            <a:ext cx="12199682" cy="6210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442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 descr="Изображение выглядит как текст, снимок экрана, Шрифт, докумен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910AF3C-3793-B3E9-3C46-362A000324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70" y="1330518"/>
            <a:ext cx="12175298" cy="4193333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2A0F07-3938-E396-4FA5-8A1C6391E114}"/>
              </a:ext>
            </a:extLst>
          </p:cNvPr>
          <p:cNvSpPr txBox="1"/>
          <p:nvPr/>
        </p:nvSpPr>
        <p:spPr>
          <a:xfrm>
            <a:off x="350729" y="736947"/>
            <a:ext cx="1204377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linkClick r:id="rId3"/>
              </a:rPr>
              <a:t>https://www.theguardian.com/film/2023/may/18/youth-review-heart-stopping-stories-in-chinas-sweatshop-capital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501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 descr="Изображение выглядит как текст, электроника, снимок экрана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B913A04-819E-EA32-FBD3-BC1EF5E81C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4300" y="133100"/>
            <a:ext cx="7763397" cy="6149757"/>
          </a:xfrm>
        </p:spPr>
      </p:pic>
    </p:spTree>
    <p:extLst>
      <p:ext uri="{BB962C8B-B14F-4D97-AF65-F5344CB8AC3E}">
        <p14:creationId xmlns:p14="http://schemas.microsoft.com/office/powerpoint/2010/main" val="2095801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CDEBF69-A839-2E68-8AE6-125933526E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5" y="354916"/>
            <a:ext cx="15703855" cy="1353332"/>
          </a:xfrm>
        </p:spPr>
      </p:pic>
      <p:pic>
        <p:nvPicPr>
          <p:cNvPr id="5" name="Рисунок 4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EC478E3-C3EA-E64E-F0C3-A8B23738A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071" y="1711957"/>
            <a:ext cx="11180652" cy="475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089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BE60D8-24BF-7416-1849-917FBB9F3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ru-RU" sz="5400"/>
              <a:t>Примеры</a:t>
            </a:r>
          </a:p>
        </p:txBody>
      </p:sp>
      <p:grpSp>
        <p:nvGrpSpPr>
          <p:cNvPr id="17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33723-15CD-86CC-0651-D750FC31F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814" y="2781562"/>
            <a:ext cx="10143668" cy="357000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1800" b="1" dirty="0">
                <a:ea typeface="+mn-lt"/>
                <a:cs typeface="+mn-lt"/>
              </a:rPr>
              <a:t>Текст</a:t>
            </a:r>
            <a:r>
              <a:rPr lang="ru-RU" sz="1800" dirty="0">
                <a:ea typeface="+mn-lt"/>
                <a:cs typeface="+mn-lt"/>
              </a:rPr>
              <a:t>: "</a:t>
            </a:r>
            <a:r>
              <a:rPr lang="ru-RU" sz="1800" err="1">
                <a:ea typeface="+mn-lt"/>
                <a:cs typeface="+mn-lt"/>
              </a:rPr>
              <a:t>Turkey's</a:t>
            </a:r>
            <a:r>
              <a:rPr lang="ru-RU" sz="1800" dirty="0">
                <a:ea typeface="+mn-lt"/>
                <a:cs typeface="+mn-lt"/>
              </a:rPr>
              <a:t> People </a:t>
            </a:r>
            <a:r>
              <a:rPr lang="ru-RU" sz="1800" err="1">
                <a:ea typeface="+mn-lt"/>
                <a:cs typeface="+mn-lt"/>
              </a:rPr>
              <a:t>Are</a:t>
            </a:r>
            <a:r>
              <a:rPr lang="ru-RU" sz="1800" dirty="0">
                <a:ea typeface="+mn-lt"/>
                <a:cs typeface="+mn-lt"/>
              </a:rPr>
              <a:t> </a:t>
            </a:r>
            <a:r>
              <a:rPr lang="ru-RU" sz="1800" err="1">
                <a:ea typeface="+mn-lt"/>
                <a:cs typeface="+mn-lt"/>
              </a:rPr>
              <a:t>Resisting</a:t>
            </a:r>
            <a:r>
              <a:rPr lang="ru-RU" sz="1800" dirty="0">
                <a:ea typeface="+mn-lt"/>
                <a:cs typeface="+mn-lt"/>
              </a:rPr>
              <a:t> </a:t>
            </a:r>
            <a:r>
              <a:rPr lang="ru-RU" sz="1800" err="1">
                <a:ea typeface="+mn-lt"/>
                <a:cs typeface="+mn-lt"/>
              </a:rPr>
              <a:t>Autocracy</a:t>
            </a:r>
            <a:r>
              <a:rPr lang="ru-RU" sz="1800" dirty="0">
                <a:ea typeface="+mn-lt"/>
                <a:cs typeface="+mn-lt"/>
              </a:rPr>
              <a:t>. </a:t>
            </a:r>
            <a:r>
              <a:rPr lang="ru-RU" sz="1800" err="1">
                <a:ea typeface="+mn-lt"/>
                <a:cs typeface="+mn-lt"/>
              </a:rPr>
              <a:t>They</a:t>
            </a:r>
            <a:r>
              <a:rPr lang="ru-RU" sz="1800" dirty="0">
                <a:ea typeface="+mn-lt"/>
                <a:cs typeface="+mn-lt"/>
              </a:rPr>
              <a:t> </a:t>
            </a:r>
            <a:r>
              <a:rPr lang="ru-RU" sz="1800" err="1">
                <a:ea typeface="+mn-lt"/>
                <a:cs typeface="+mn-lt"/>
              </a:rPr>
              <a:t>Deserve</a:t>
            </a:r>
            <a:r>
              <a:rPr lang="ru-RU" sz="1800" dirty="0">
                <a:ea typeface="+mn-lt"/>
                <a:cs typeface="+mn-lt"/>
              </a:rPr>
              <a:t> More </a:t>
            </a:r>
            <a:r>
              <a:rPr lang="ru-RU" sz="1800" err="1">
                <a:ea typeface="+mn-lt"/>
                <a:cs typeface="+mn-lt"/>
              </a:rPr>
              <a:t>Than</a:t>
            </a:r>
            <a:r>
              <a:rPr lang="ru-RU" sz="1800" dirty="0">
                <a:ea typeface="+mn-lt"/>
                <a:cs typeface="+mn-lt"/>
              </a:rPr>
              <a:t> </a:t>
            </a:r>
            <a:r>
              <a:rPr lang="ru-RU" sz="1800" err="1">
                <a:ea typeface="+mn-lt"/>
                <a:cs typeface="+mn-lt"/>
              </a:rPr>
              <a:t>Silence</a:t>
            </a:r>
            <a:r>
              <a:rPr lang="ru-RU" sz="1800" dirty="0">
                <a:ea typeface="+mn-lt"/>
                <a:cs typeface="+mn-lt"/>
              </a:rPr>
              <a:t>."</a:t>
            </a:r>
            <a:endParaRPr lang="ru-RU" sz="1800" dirty="0"/>
          </a:p>
          <a:p>
            <a:r>
              <a:rPr lang="ru-RU" sz="1800" b="1" dirty="0">
                <a:ea typeface="+mn-lt"/>
                <a:cs typeface="+mn-lt"/>
              </a:rPr>
              <a:t>Работа модели: </a:t>
            </a:r>
            <a:r>
              <a:rPr lang="ru-RU" sz="1800" dirty="0">
                <a:ea typeface="+mn-lt"/>
                <a:cs typeface="+mn-lt"/>
              </a:rPr>
              <a:t>Модель корректно классифицировала текст как "</a:t>
            </a:r>
            <a:r>
              <a:rPr lang="ru-RU" sz="1800" dirty="0" err="1">
                <a:ea typeface="+mn-lt"/>
                <a:cs typeface="+mn-lt"/>
              </a:rPr>
              <a:t>Editorial</a:t>
            </a:r>
            <a:r>
              <a:rPr lang="ru-RU" sz="1800" dirty="0">
                <a:ea typeface="+mn-lt"/>
                <a:cs typeface="+mn-lt"/>
              </a:rPr>
              <a:t>" с вероятностью &gt;99%.</a:t>
            </a:r>
            <a:endParaRPr lang="ru-RU" sz="1800" dirty="0"/>
          </a:p>
          <a:p>
            <a:pPr marL="0" indent="0">
              <a:buNone/>
            </a:pPr>
            <a:r>
              <a:rPr lang="ru-RU" sz="1800" dirty="0">
                <a:ea typeface="+mn-lt"/>
                <a:cs typeface="+mn-lt"/>
              </a:rPr>
              <a:t>Модель распознала ключевые маркеры жанра:</a:t>
            </a:r>
            <a:endParaRPr lang="ru-RU" sz="1800" dirty="0"/>
          </a:p>
          <a:p>
            <a:r>
              <a:rPr lang="ru-RU" sz="1800" b="1" dirty="0">
                <a:ea typeface="+mn-lt"/>
                <a:cs typeface="+mn-lt"/>
              </a:rPr>
              <a:t>Коллективность</a:t>
            </a:r>
            <a:r>
              <a:rPr lang="ru-RU" sz="1800" dirty="0">
                <a:ea typeface="+mn-lt"/>
                <a:cs typeface="+mn-lt"/>
              </a:rPr>
              <a:t>: Использование "</a:t>
            </a:r>
            <a:r>
              <a:rPr lang="ru-RU" sz="1800" dirty="0" err="1">
                <a:ea typeface="+mn-lt"/>
                <a:cs typeface="+mn-lt"/>
              </a:rPr>
              <a:t>They</a:t>
            </a:r>
            <a:r>
              <a:rPr lang="ru-RU" sz="1800" dirty="0">
                <a:ea typeface="+mn-lt"/>
                <a:cs typeface="+mn-lt"/>
              </a:rPr>
              <a:t>" (турецкий народ), "</a:t>
            </a:r>
            <a:r>
              <a:rPr lang="ru-RU" sz="1800" dirty="0" err="1">
                <a:ea typeface="+mn-lt"/>
                <a:cs typeface="+mn-lt"/>
              </a:rPr>
              <a:t>international</a:t>
            </a:r>
            <a:r>
              <a:rPr lang="ru-RU" sz="1800" dirty="0">
                <a:ea typeface="+mn-lt"/>
                <a:cs typeface="+mn-lt"/>
              </a:rPr>
              <a:t> </a:t>
            </a:r>
            <a:r>
              <a:rPr lang="ru-RU" sz="1800" dirty="0" err="1">
                <a:ea typeface="+mn-lt"/>
                <a:cs typeface="+mn-lt"/>
              </a:rPr>
              <a:t>community</a:t>
            </a:r>
            <a:r>
              <a:rPr lang="ru-RU" sz="1800" dirty="0">
                <a:ea typeface="+mn-lt"/>
                <a:cs typeface="+mn-lt"/>
              </a:rPr>
              <a:t>", отсутствие явного индивидуального авторства.</a:t>
            </a:r>
            <a:endParaRPr lang="ru-RU" sz="1800" dirty="0"/>
          </a:p>
          <a:p>
            <a:r>
              <a:rPr lang="ru-RU" sz="1800" b="1" dirty="0">
                <a:ea typeface="+mn-lt"/>
                <a:cs typeface="+mn-lt"/>
              </a:rPr>
              <a:t>Оценочность и призыв:</a:t>
            </a:r>
            <a:r>
              <a:rPr lang="ru-RU" sz="1800" dirty="0">
                <a:ea typeface="+mn-lt"/>
                <a:cs typeface="+mn-lt"/>
              </a:rPr>
              <a:t> Сильные оценочные слова ("</a:t>
            </a:r>
            <a:r>
              <a:rPr lang="ru-RU" sz="1800" dirty="0" err="1">
                <a:ea typeface="+mn-lt"/>
                <a:cs typeface="+mn-lt"/>
              </a:rPr>
              <a:t>Resisting</a:t>
            </a:r>
            <a:r>
              <a:rPr lang="ru-RU" sz="1800" dirty="0">
                <a:ea typeface="+mn-lt"/>
                <a:cs typeface="+mn-lt"/>
              </a:rPr>
              <a:t> </a:t>
            </a:r>
            <a:r>
              <a:rPr lang="ru-RU" sz="1800" dirty="0" err="1">
                <a:ea typeface="+mn-lt"/>
                <a:cs typeface="+mn-lt"/>
              </a:rPr>
              <a:t>Autocracy</a:t>
            </a:r>
            <a:r>
              <a:rPr lang="ru-RU" sz="1800" dirty="0">
                <a:ea typeface="+mn-lt"/>
                <a:cs typeface="+mn-lt"/>
              </a:rPr>
              <a:t>", "</a:t>
            </a:r>
            <a:r>
              <a:rPr lang="ru-RU" sz="1800" dirty="0" err="1">
                <a:ea typeface="+mn-lt"/>
                <a:cs typeface="+mn-lt"/>
              </a:rPr>
              <a:t>Deserve</a:t>
            </a:r>
            <a:r>
              <a:rPr lang="ru-RU" sz="1800" dirty="0">
                <a:ea typeface="+mn-lt"/>
                <a:cs typeface="+mn-lt"/>
              </a:rPr>
              <a:t> More </a:t>
            </a:r>
            <a:r>
              <a:rPr lang="ru-RU" sz="1800" dirty="0" err="1">
                <a:ea typeface="+mn-lt"/>
                <a:cs typeface="+mn-lt"/>
              </a:rPr>
              <a:t>Than</a:t>
            </a:r>
            <a:r>
              <a:rPr lang="ru-RU" sz="1800" dirty="0">
                <a:ea typeface="+mn-lt"/>
                <a:cs typeface="+mn-lt"/>
              </a:rPr>
              <a:t> </a:t>
            </a:r>
            <a:r>
              <a:rPr lang="ru-RU" sz="1800" dirty="0" err="1">
                <a:ea typeface="+mn-lt"/>
                <a:cs typeface="+mn-lt"/>
              </a:rPr>
              <a:t>Silence</a:t>
            </a:r>
            <a:r>
              <a:rPr lang="ru-RU" sz="1800" dirty="0">
                <a:ea typeface="+mn-lt"/>
                <a:cs typeface="+mn-lt"/>
              </a:rPr>
              <a:t>"), риторический вопрос, призыв к действию.</a:t>
            </a:r>
            <a:endParaRPr lang="ru-RU" sz="1800" dirty="0"/>
          </a:p>
          <a:p>
            <a:r>
              <a:rPr lang="ru-RU" sz="1800" b="1" dirty="0">
                <a:ea typeface="+mn-lt"/>
                <a:cs typeface="+mn-lt"/>
              </a:rPr>
              <a:t>Структура</a:t>
            </a:r>
            <a:r>
              <a:rPr lang="ru-RU" sz="1800" dirty="0">
                <a:ea typeface="+mn-lt"/>
                <a:cs typeface="+mn-lt"/>
              </a:rPr>
              <a:t>: Аргументация, основанная на моральных принципах и геополитическом контексте, а не просто изложение фактов.</a:t>
            </a:r>
            <a:endParaRPr lang="ru-RU" sz="1800" dirty="0"/>
          </a:p>
          <a:p>
            <a:r>
              <a:rPr lang="ru-RU" sz="1800" b="1" dirty="0">
                <a:ea typeface="+mn-lt"/>
                <a:cs typeface="+mn-lt"/>
              </a:rPr>
              <a:t>Связь с теорией</a:t>
            </a:r>
            <a:r>
              <a:rPr lang="ru-RU" sz="1800" dirty="0">
                <a:ea typeface="+mn-lt"/>
                <a:cs typeface="+mn-lt"/>
              </a:rPr>
              <a:t>: Подтверждает положение Лазутиной и Распоповой о структурных маркерах и способность BERT улавливать контекстную оценочность и коллективную интенцию.</a:t>
            </a:r>
            <a:endParaRPr lang="ru-RU" sz="1500" dirty="0"/>
          </a:p>
          <a:p>
            <a:endParaRPr lang="ru-RU" sz="1500"/>
          </a:p>
          <a:p>
            <a:endParaRPr lang="ru-RU" sz="1500"/>
          </a:p>
        </p:txBody>
      </p:sp>
    </p:spTree>
    <p:extLst>
      <p:ext uri="{BB962C8B-B14F-4D97-AF65-F5344CB8AC3E}">
        <p14:creationId xmlns:p14="http://schemas.microsoft.com/office/powerpoint/2010/main" val="1227689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Изображение выглядит как текст, Шрифт, снимок экрана, алгебр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44FD2AC-820B-152B-C78D-5CBE8F5150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6605" y="591560"/>
            <a:ext cx="10858758" cy="5220820"/>
          </a:xfrm>
        </p:spPr>
      </p:pic>
    </p:spTree>
    <p:extLst>
      <p:ext uri="{BB962C8B-B14F-4D97-AF65-F5344CB8AC3E}">
        <p14:creationId xmlns:p14="http://schemas.microsoft.com/office/powerpoint/2010/main" val="3701820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82C36-EF30-BB9B-F53F-620E21504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432" y="864729"/>
            <a:ext cx="8602353" cy="494571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1800" b="1" dirty="0"/>
              <a:t>Текст</a:t>
            </a:r>
            <a:r>
              <a:rPr lang="ru-RU" sz="1800" dirty="0"/>
              <a:t>: "The </a:t>
            </a:r>
            <a:r>
              <a:rPr lang="ru-RU" sz="1800" dirty="0" err="1"/>
              <a:t>Capitals</a:t>
            </a:r>
            <a:r>
              <a:rPr lang="ru-RU" sz="1800" dirty="0"/>
              <a:t> </a:t>
            </a:r>
            <a:r>
              <a:rPr lang="ru-RU" sz="1800" dirty="0" err="1"/>
              <a:t>are</a:t>
            </a:r>
            <a:r>
              <a:rPr lang="ru-RU" sz="1800" dirty="0"/>
              <a:t> </a:t>
            </a:r>
            <a:r>
              <a:rPr lang="ru-RU" sz="1800" dirty="0" err="1"/>
              <a:t>chasing</a:t>
            </a:r>
            <a:r>
              <a:rPr lang="ru-RU" sz="1800" dirty="0"/>
              <a:t> </a:t>
            </a:r>
            <a:r>
              <a:rPr lang="ru-RU" sz="1800" dirty="0" err="1"/>
              <a:t>the</a:t>
            </a:r>
            <a:r>
              <a:rPr lang="ru-RU" sz="1800" dirty="0"/>
              <a:t> </a:t>
            </a:r>
            <a:r>
              <a:rPr lang="ru-RU" sz="1800" dirty="0" err="1"/>
              <a:t>Hurricanes</a:t>
            </a:r>
            <a:r>
              <a:rPr lang="ru-RU" sz="1800" dirty="0"/>
              <a:t>. </a:t>
            </a:r>
            <a:r>
              <a:rPr lang="ru-RU" sz="1800" dirty="0" err="1"/>
              <a:t>They</a:t>
            </a:r>
            <a:r>
              <a:rPr lang="ru-RU" sz="1800" dirty="0"/>
              <a:t> </a:t>
            </a:r>
            <a:r>
              <a:rPr lang="ru-RU" sz="1800" dirty="0" err="1"/>
              <a:t>may</a:t>
            </a:r>
            <a:r>
              <a:rPr lang="ru-RU" sz="1800" dirty="0"/>
              <a:t> </a:t>
            </a:r>
            <a:r>
              <a:rPr lang="ru-RU" sz="1800" dirty="0" err="1"/>
              <a:t>not</a:t>
            </a:r>
            <a:r>
              <a:rPr lang="ru-RU" sz="1800" dirty="0"/>
              <a:t> </a:t>
            </a:r>
            <a:r>
              <a:rPr lang="ru-RU" sz="1800" dirty="0" err="1"/>
              <a:t>catch</a:t>
            </a:r>
            <a:r>
              <a:rPr lang="ru-RU" sz="1800" dirty="0"/>
              <a:t> </a:t>
            </a:r>
            <a:r>
              <a:rPr lang="ru-RU" sz="1800" dirty="0" err="1"/>
              <a:t>them</a:t>
            </a:r>
            <a:r>
              <a:rPr lang="ru-RU" sz="1800" dirty="0"/>
              <a:t>." </a:t>
            </a:r>
          </a:p>
          <a:p>
            <a:r>
              <a:rPr lang="ru-RU" sz="1800" b="1" dirty="0"/>
              <a:t>Работа модели</a:t>
            </a:r>
            <a:r>
              <a:rPr lang="ru-RU" sz="1800" dirty="0"/>
              <a:t>: Модель корректно классифицировала текст как "</a:t>
            </a:r>
            <a:r>
              <a:rPr lang="ru-RU" sz="1800" err="1"/>
              <a:t>Feature</a:t>
            </a:r>
            <a:r>
              <a:rPr lang="ru-RU" sz="1800" dirty="0"/>
              <a:t>".</a:t>
            </a:r>
          </a:p>
          <a:p>
            <a:pPr marL="0" indent="0">
              <a:buNone/>
            </a:pPr>
            <a:r>
              <a:rPr lang="ru-RU" sz="1800" dirty="0"/>
              <a:t>Модель отличила </a:t>
            </a:r>
            <a:r>
              <a:rPr lang="ru-RU" sz="1800" dirty="0" err="1"/>
              <a:t>Feature</a:t>
            </a:r>
            <a:r>
              <a:rPr lang="ru-RU" sz="1800" dirty="0"/>
              <a:t> от News или </a:t>
            </a:r>
            <a:r>
              <a:rPr lang="ru-RU" sz="1800" dirty="0" err="1"/>
              <a:t>Analytical</a:t>
            </a:r>
            <a:r>
              <a:rPr lang="ru-RU" sz="1800" dirty="0"/>
              <a:t> </a:t>
            </a:r>
            <a:r>
              <a:rPr lang="ru-RU" sz="1800" dirty="0" err="1"/>
              <a:t>article</a:t>
            </a:r>
            <a:r>
              <a:rPr lang="ru-RU" sz="1800" dirty="0"/>
              <a:t> по признакам:</a:t>
            </a:r>
            <a:endParaRPr lang="ru-RU"/>
          </a:p>
          <a:p>
            <a:r>
              <a:rPr lang="ru-RU" sz="1800" b="1" dirty="0" err="1"/>
              <a:t>Нарративность</a:t>
            </a:r>
            <a:r>
              <a:rPr lang="ru-RU" sz="1800" b="1" dirty="0"/>
              <a:t> и детализация</a:t>
            </a:r>
            <a:r>
              <a:rPr lang="ru-RU" sz="1800" dirty="0"/>
              <a:t>: Наличие сюжета ("</a:t>
            </a:r>
            <a:r>
              <a:rPr lang="ru-RU" sz="1800" dirty="0" err="1"/>
              <a:t>chasing</a:t>
            </a:r>
            <a:r>
              <a:rPr lang="ru-RU" sz="1800" dirty="0"/>
              <a:t>", "</a:t>
            </a:r>
            <a:r>
              <a:rPr lang="ru-RU" sz="1800" dirty="0" err="1"/>
              <a:t>may</a:t>
            </a:r>
            <a:r>
              <a:rPr lang="ru-RU" sz="1800" dirty="0"/>
              <a:t> </a:t>
            </a:r>
            <a:r>
              <a:rPr lang="ru-RU" sz="1800" dirty="0" err="1"/>
              <a:t>not</a:t>
            </a:r>
            <a:r>
              <a:rPr lang="ru-RU" sz="1800" dirty="0"/>
              <a:t> </a:t>
            </a:r>
            <a:r>
              <a:rPr lang="ru-RU" sz="1800" dirty="0" err="1"/>
              <a:t>catch</a:t>
            </a:r>
            <a:r>
              <a:rPr lang="ru-RU" sz="1800" dirty="0"/>
              <a:t>"), описание контекста, атмосферы, возможно, личных историй игроков/тренеров.</a:t>
            </a:r>
          </a:p>
          <a:p>
            <a:r>
              <a:rPr lang="ru-RU" sz="1800" b="1" dirty="0"/>
              <a:t>Эмоциональность</a:t>
            </a:r>
            <a:r>
              <a:rPr lang="ru-RU" sz="1800" dirty="0"/>
              <a:t>: Заголовок и текст создают напряжение, акцент на неопределенности исхода ("</a:t>
            </a:r>
            <a:r>
              <a:rPr lang="ru-RU" sz="1800" err="1"/>
              <a:t>may</a:t>
            </a:r>
            <a:r>
              <a:rPr lang="ru-RU" sz="1800" dirty="0"/>
              <a:t> </a:t>
            </a:r>
            <a:r>
              <a:rPr lang="ru-RU" sz="1800" err="1"/>
              <a:t>not</a:t>
            </a:r>
            <a:r>
              <a:rPr lang="ru-RU" sz="1800" dirty="0"/>
              <a:t> </a:t>
            </a:r>
            <a:r>
              <a:rPr lang="ru-RU" sz="1800" err="1"/>
              <a:t>catch</a:t>
            </a:r>
            <a:r>
              <a:rPr lang="ru-RU" sz="1800" dirty="0"/>
              <a:t>").</a:t>
            </a:r>
          </a:p>
          <a:p>
            <a:r>
              <a:rPr lang="ru-RU" sz="1800" b="1" dirty="0"/>
              <a:t>Фокус на истории</a:t>
            </a:r>
            <a:r>
              <a:rPr lang="ru-RU" sz="1800" dirty="0"/>
              <a:t>: В отличие от сухой новости о результате матча или глубокого анализа стратегии, здесь рассказывается история борьбы команд в сезоне/плей-офф.</a:t>
            </a:r>
          </a:p>
          <a:p>
            <a:r>
              <a:rPr lang="ru-RU" sz="1800" b="1" dirty="0"/>
              <a:t>Связь с теорией</a:t>
            </a:r>
            <a:r>
              <a:rPr lang="ru-RU" sz="1800" dirty="0"/>
              <a:t>: Иллюстрирует способность модели извлекать высокоуровневые стилистические признаки </a:t>
            </a:r>
            <a:r>
              <a:rPr lang="ru-RU" sz="1800" dirty="0" err="1"/>
              <a:t>нарративности</a:t>
            </a:r>
            <a:r>
              <a:rPr lang="ru-RU" sz="1800" dirty="0"/>
              <a:t> и эмоциональной вовлеченности, характерные для </a:t>
            </a:r>
            <a:r>
              <a:rPr lang="ru-RU" sz="1800" dirty="0" err="1"/>
              <a:t>Feature</a:t>
            </a:r>
            <a:r>
              <a:rPr lang="ru-RU" sz="1800" dirty="0"/>
              <a:t>.</a:t>
            </a:r>
          </a:p>
          <a:p>
            <a:endParaRPr lang="ru-RU" sz="1050" dirty="0"/>
          </a:p>
        </p:txBody>
      </p:sp>
    </p:spTree>
    <p:extLst>
      <p:ext uri="{BB962C8B-B14F-4D97-AF65-F5344CB8AC3E}">
        <p14:creationId xmlns:p14="http://schemas.microsoft.com/office/powerpoint/2010/main" val="1474909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Изображение выглядит как текст, Шрифт, снимок экрана, алгебр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7D4FC87-4C88-09DA-4BC3-B7641CD7D0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2971" y="590431"/>
            <a:ext cx="10530604" cy="5360356"/>
          </a:xfrm>
        </p:spPr>
      </p:pic>
    </p:spTree>
    <p:extLst>
      <p:ext uri="{BB962C8B-B14F-4D97-AF65-F5344CB8AC3E}">
        <p14:creationId xmlns:p14="http://schemas.microsoft.com/office/powerpoint/2010/main" val="1697836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84D6C-906F-A589-8D86-E49DB6D84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471" y="859316"/>
            <a:ext cx="8719584" cy="491054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2000" b="1">
                <a:ea typeface="+mn-lt"/>
                <a:cs typeface="+mn-lt"/>
              </a:rPr>
              <a:t>Текст:</a:t>
            </a:r>
            <a:r>
              <a:rPr lang="ru-RU" sz="2000">
                <a:ea typeface="+mn-lt"/>
                <a:cs typeface="+mn-lt"/>
              </a:rPr>
              <a:t> Обсуждение адаптации The </a:t>
            </a:r>
            <a:r>
              <a:rPr lang="ru-RU" sz="2000" err="1">
                <a:ea typeface="+mn-lt"/>
                <a:cs typeface="+mn-lt"/>
              </a:rPr>
              <a:t>Last</a:t>
            </a:r>
            <a:r>
              <a:rPr lang="ru-RU" sz="2000">
                <a:ea typeface="+mn-lt"/>
                <a:cs typeface="+mn-lt"/>
              </a:rPr>
              <a:t> </a:t>
            </a:r>
            <a:r>
              <a:rPr lang="ru-RU" sz="2000" err="1">
                <a:ea typeface="+mn-lt"/>
                <a:cs typeface="+mn-lt"/>
              </a:rPr>
              <a:t>of</a:t>
            </a:r>
            <a:r>
              <a:rPr lang="ru-RU" sz="2000">
                <a:ea typeface="+mn-lt"/>
                <a:cs typeface="+mn-lt"/>
              </a:rPr>
              <a:t> </a:t>
            </a:r>
            <a:r>
              <a:rPr lang="ru-RU" sz="2000" err="1">
                <a:ea typeface="+mn-lt"/>
                <a:cs typeface="+mn-lt"/>
              </a:rPr>
              <a:t>Us</a:t>
            </a:r>
            <a:r>
              <a:rPr lang="ru-RU" sz="2000">
                <a:ea typeface="+mn-lt"/>
                <a:cs typeface="+mn-lt"/>
              </a:rPr>
              <a:t> </a:t>
            </a:r>
            <a:r>
              <a:rPr lang="ru-RU" sz="2000" err="1">
                <a:ea typeface="+mn-lt"/>
                <a:cs typeface="+mn-lt"/>
              </a:rPr>
              <a:t>Part</a:t>
            </a:r>
            <a:r>
              <a:rPr lang="ru-RU" sz="2000">
                <a:ea typeface="+mn-lt"/>
                <a:cs typeface="+mn-lt"/>
              </a:rPr>
              <a:t> II в сериал, сравнение интерактивного и пассивного повествования, размышления о природе адаптаций</a:t>
            </a:r>
            <a:br>
              <a:rPr lang="ru-RU" sz="2000">
                <a:ea typeface="+mn-lt"/>
                <a:cs typeface="+mn-lt"/>
              </a:rPr>
            </a:br>
            <a:r>
              <a:rPr lang="ru-RU" sz="2000">
                <a:ea typeface="+mn-lt"/>
                <a:cs typeface="+mn-lt"/>
              </a:rPr>
              <a:t>Классификация: </a:t>
            </a:r>
            <a:r>
              <a:rPr lang="ru-RU" sz="2000" err="1">
                <a:ea typeface="+mn-lt"/>
                <a:cs typeface="+mn-lt"/>
              </a:rPr>
              <a:t>Feature</a:t>
            </a:r>
            <a:r>
              <a:rPr lang="ru-RU" sz="2000">
                <a:ea typeface="+mn-lt"/>
                <a:cs typeface="+mn-lt"/>
              </a:rPr>
              <a:t> (тематическая статья)</a:t>
            </a:r>
            <a:br>
              <a:rPr lang="ru-RU" sz="2000">
                <a:ea typeface="+mn-lt"/>
                <a:cs typeface="+mn-lt"/>
              </a:rPr>
            </a:br>
            <a:r>
              <a:rPr lang="ru-RU" sz="2000">
                <a:ea typeface="+mn-lt"/>
                <a:cs typeface="+mn-lt"/>
              </a:rPr>
              <a:t>Вероятность: 95.67%</a:t>
            </a:r>
          </a:p>
          <a:p>
            <a:pPr marL="0" indent="0">
              <a:buNone/>
            </a:pPr>
            <a:r>
              <a:rPr lang="ru-RU" sz="2000" b="1">
                <a:ea typeface="+mn-lt"/>
                <a:cs typeface="+mn-lt"/>
              </a:rPr>
              <a:t>Анализ:</a:t>
            </a:r>
            <a:endParaRPr lang="ru-RU" sz="2000"/>
          </a:p>
          <a:p>
            <a:r>
              <a:rPr lang="ru-RU" sz="2000" b="1">
                <a:ea typeface="+mn-lt"/>
                <a:cs typeface="+mn-lt"/>
              </a:rPr>
              <a:t>Личный нарратив и субъективность</a:t>
            </a:r>
            <a:r>
              <a:rPr lang="ru-RU" sz="2000">
                <a:ea typeface="+mn-lt"/>
                <a:cs typeface="+mn-lt"/>
              </a:rPr>
              <a:t> - Автор делится личным опытом просмотра ("I </a:t>
            </a:r>
            <a:r>
              <a:rPr lang="ru-RU" sz="2000" err="1">
                <a:ea typeface="+mn-lt"/>
                <a:cs typeface="+mn-lt"/>
              </a:rPr>
              <a:t>have</a:t>
            </a:r>
            <a:r>
              <a:rPr lang="ru-RU" sz="2000">
                <a:ea typeface="+mn-lt"/>
                <a:cs typeface="+mn-lt"/>
              </a:rPr>
              <a:t> </a:t>
            </a:r>
            <a:r>
              <a:rPr lang="ru-RU" sz="2000" err="1">
                <a:ea typeface="+mn-lt"/>
                <a:cs typeface="+mn-lt"/>
              </a:rPr>
              <a:t>just</a:t>
            </a:r>
            <a:r>
              <a:rPr lang="ru-RU" sz="2000">
                <a:ea typeface="+mn-lt"/>
                <a:cs typeface="+mn-lt"/>
              </a:rPr>
              <a:t> </a:t>
            </a:r>
            <a:r>
              <a:rPr lang="ru-RU" sz="2000" err="1">
                <a:ea typeface="+mn-lt"/>
                <a:cs typeface="+mn-lt"/>
              </a:rPr>
              <a:t>watched</a:t>
            </a:r>
            <a:r>
              <a:rPr lang="ru-RU" sz="2000">
                <a:ea typeface="+mn-lt"/>
                <a:cs typeface="+mn-lt"/>
              </a:rPr>
              <a:t>"), использует местоимение "I" и субъективные оценки ("</a:t>
            </a:r>
            <a:r>
              <a:rPr lang="ru-RU" sz="2000" err="1">
                <a:ea typeface="+mn-lt"/>
                <a:cs typeface="+mn-lt"/>
              </a:rPr>
              <a:t>it's</a:t>
            </a:r>
            <a:r>
              <a:rPr lang="ru-RU" sz="2000">
                <a:ea typeface="+mn-lt"/>
                <a:cs typeface="+mn-lt"/>
              </a:rPr>
              <a:t> </a:t>
            </a:r>
            <a:r>
              <a:rPr lang="ru-RU" sz="2000" err="1">
                <a:ea typeface="+mn-lt"/>
                <a:cs typeface="+mn-lt"/>
              </a:rPr>
              <a:t>clear</a:t>
            </a:r>
            <a:r>
              <a:rPr lang="ru-RU" sz="2000">
                <a:ea typeface="+mn-lt"/>
                <a:cs typeface="+mn-lt"/>
              </a:rPr>
              <a:t>", "</a:t>
            </a:r>
            <a:r>
              <a:rPr lang="ru-RU" sz="2000" err="1">
                <a:ea typeface="+mn-lt"/>
                <a:cs typeface="+mn-lt"/>
              </a:rPr>
              <a:t>wonderful</a:t>
            </a:r>
            <a:r>
              <a:rPr lang="ru-RU" sz="2000">
                <a:ea typeface="+mn-lt"/>
                <a:cs typeface="+mn-lt"/>
              </a:rPr>
              <a:t> </a:t>
            </a:r>
            <a:r>
              <a:rPr lang="ru-RU" sz="2000" err="1">
                <a:ea typeface="+mn-lt"/>
                <a:cs typeface="+mn-lt"/>
              </a:rPr>
              <a:t>episode</a:t>
            </a:r>
            <a:r>
              <a:rPr lang="ru-RU" sz="2000">
                <a:ea typeface="+mn-lt"/>
                <a:cs typeface="+mn-lt"/>
              </a:rPr>
              <a:t>")</a:t>
            </a:r>
            <a:endParaRPr lang="ru-RU" sz="2000"/>
          </a:p>
          <a:p>
            <a:r>
              <a:rPr lang="ru-RU" sz="2000" b="1">
                <a:ea typeface="+mn-lt"/>
                <a:cs typeface="+mn-lt"/>
              </a:rPr>
              <a:t>Литературность и сторителлинг</a:t>
            </a:r>
            <a:r>
              <a:rPr lang="ru-RU" sz="2000">
                <a:ea typeface="+mn-lt"/>
                <a:cs typeface="+mn-lt"/>
              </a:rPr>
              <a:t> - Текст построен как развернутое рассуждение с элементами анализа, но без строгой академической структуры</a:t>
            </a:r>
            <a:endParaRPr lang="ru-RU" sz="2000"/>
          </a:p>
          <a:p>
            <a:r>
              <a:rPr lang="ru-RU" sz="2000" b="1">
                <a:ea typeface="+mn-lt"/>
                <a:cs typeface="+mn-lt"/>
              </a:rPr>
              <a:t>Эмоциональная вовлеченность</a:t>
            </a:r>
            <a:r>
              <a:rPr lang="ru-RU" sz="2000">
                <a:ea typeface="+mn-lt"/>
                <a:cs typeface="+mn-lt"/>
              </a:rPr>
              <a:t> - Присутствуют оценочные суждения ("</a:t>
            </a:r>
            <a:r>
              <a:rPr lang="ru-RU" sz="2000" err="1">
                <a:ea typeface="+mn-lt"/>
                <a:cs typeface="+mn-lt"/>
              </a:rPr>
              <a:t>terrible</a:t>
            </a:r>
            <a:r>
              <a:rPr lang="ru-RU" sz="2000">
                <a:ea typeface="+mn-lt"/>
                <a:cs typeface="+mn-lt"/>
              </a:rPr>
              <a:t> </a:t>
            </a:r>
            <a:r>
              <a:rPr lang="ru-RU" sz="2000" err="1">
                <a:ea typeface="+mn-lt"/>
                <a:cs typeface="+mn-lt"/>
              </a:rPr>
              <a:t>things</a:t>
            </a:r>
            <a:r>
              <a:rPr lang="ru-RU" sz="2000">
                <a:ea typeface="+mn-lt"/>
                <a:cs typeface="+mn-lt"/>
              </a:rPr>
              <a:t>", "</a:t>
            </a:r>
            <a:r>
              <a:rPr lang="ru-RU" sz="2000" err="1">
                <a:ea typeface="+mn-lt"/>
                <a:cs typeface="+mn-lt"/>
              </a:rPr>
              <a:t>sufficiently</a:t>
            </a:r>
            <a:r>
              <a:rPr lang="ru-RU" sz="2000">
                <a:ea typeface="+mn-lt"/>
                <a:cs typeface="+mn-lt"/>
              </a:rPr>
              <a:t> </a:t>
            </a:r>
            <a:r>
              <a:rPr lang="ru-RU" sz="2000" err="1">
                <a:ea typeface="+mn-lt"/>
                <a:cs typeface="+mn-lt"/>
              </a:rPr>
              <a:t>talented</a:t>
            </a:r>
            <a:r>
              <a:rPr lang="ru-RU" sz="2000">
                <a:ea typeface="+mn-lt"/>
                <a:cs typeface="+mn-lt"/>
              </a:rPr>
              <a:t>", "</a:t>
            </a:r>
            <a:r>
              <a:rPr lang="ru-RU" sz="2000" err="1">
                <a:ea typeface="+mn-lt"/>
                <a:cs typeface="+mn-lt"/>
              </a:rPr>
              <a:t>true</a:t>
            </a:r>
            <a:r>
              <a:rPr lang="ru-RU" sz="2000">
                <a:ea typeface="+mn-lt"/>
                <a:cs typeface="+mn-lt"/>
              </a:rPr>
              <a:t> </a:t>
            </a:r>
            <a:r>
              <a:rPr lang="ru-RU" sz="2000" err="1">
                <a:ea typeface="+mn-lt"/>
                <a:cs typeface="+mn-lt"/>
              </a:rPr>
              <a:t>visionary</a:t>
            </a:r>
            <a:r>
              <a:rPr lang="ru-RU" sz="2000">
                <a:ea typeface="+mn-lt"/>
                <a:cs typeface="+mn-lt"/>
              </a:rPr>
              <a:t>"), что характерно для </a:t>
            </a:r>
            <a:r>
              <a:rPr lang="ru-RU" sz="2000" err="1">
                <a:ea typeface="+mn-lt"/>
                <a:cs typeface="+mn-lt"/>
              </a:rPr>
              <a:t>feature</a:t>
            </a:r>
            <a:r>
              <a:rPr lang="ru-RU" sz="2000">
                <a:ea typeface="+mn-lt"/>
                <a:cs typeface="+mn-lt"/>
              </a:rPr>
              <a:t>-статьи</a:t>
            </a:r>
            <a:endParaRPr lang="ru-RU" sz="2000"/>
          </a:p>
          <a:p>
            <a:endParaRPr lang="ru-RU" sz="1300"/>
          </a:p>
        </p:txBody>
      </p:sp>
    </p:spTree>
    <p:extLst>
      <p:ext uri="{BB962C8B-B14F-4D97-AF65-F5344CB8AC3E}">
        <p14:creationId xmlns:p14="http://schemas.microsoft.com/office/powerpoint/2010/main" val="4593722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Объект 6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FA493B2-D97A-0082-6445-63592F10B3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70" y="432388"/>
            <a:ext cx="12175298" cy="2315292"/>
          </a:xfrm>
        </p:spPr>
      </p:pic>
      <p:pic>
        <p:nvPicPr>
          <p:cNvPr id="8" name="Рисунок 7" descr="Изображение выглядит как текст, Шрифт, снимок экрана, алгебр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429C06A-90DC-FE4C-D68E-78B5BF3EF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724" y="2750899"/>
            <a:ext cx="7481430" cy="386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0676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7E7C34-635A-3D24-7B18-FD3AE33FD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ru-RU" sz="6100">
                <a:ea typeface="+mj-lt"/>
                <a:cs typeface="+mj-lt"/>
              </a:rPr>
              <a:t>Практические выводы</a:t>
            </a:r>
            <a:endParaRPr lang="ru-RU" sz="61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33E6A-62E9-3C78-69B6-E9D70BCC8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400">
                <a:ea typeface="+mn-lt"/>
                <a:cs typeface="+mn-lt"/>
              </a:rPr>
              <a:t>Высокая степень обобщения </a:t>
            </a:r>
            <a:endParaRPr lang="ru-RU" sz="2400"/>
          </a:p>
          <a:p>
            <a:r>
              <a:rPr lang="ru-RU" sz="2400">
                <a:ea typeface="+mn-lt"/>
                <a:cs typeface="+mn-lt"/>
              </a:rPr>
              <a:t>Автоматизация трудоемкой ручной работы</a:t>
            </a:r>
          </a:p>
          <a:p>
            <a:r>
              <a:rPr lang="ru-RU" sz="2400">
                <a:ea typeface="+mn-lt"/>
                <a:cs typeface="+mn-lt"/>
              </a:rPr>
              <a:t> сложности и границы применимости</a:t>
            </a:r>
          </a:p>
        </p:txBody>
      </p:sp>
    </p:spTree>
    <p:extLst>
      <p:ext uri="{BB962C8B-B14F-4D97-AF65-F5344CB8AC3E}">
        <p14:creationId xmlns:p14="http://schemas.microsoft.com/office/powerpoint/2010/main" val="41376990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oral">
  <a:themeElements>
    <a:clrScheme name="Custom 177">
      <a:dk1>
        <a:srgbClr val="414042"/>
      </a:dk1>
      <a:lt1>
        <a:sysClr val="window" lastClr="FFFFFF"/>
      </a:lt1>
      <a:dk2>
        <a:srgbClr val="44546A"/>
      </a:dk2>
      <a:lt2>
        <a:srgbClr val="E7E6E6"/>
      </a:lt2>
      <a:accent1>
        <a:srgbClr val="E57373"/>
      </a:accent1>
      <a:accent2>
        <a:srgbClr val="F28B82"/>
      </a:accent2>
      <a:accent3>
        <a:srgbClr val="6D6E71"/>
      </a:accent3>
      <a:accent4>
        <a:srgbClr val="414042"/>
      </a:accent4>
      <a:accent5>
        <a:srgbClr val="B0B1B5"/>
      </a:accent5>
      <a:accent6>
        <a:srgbClr val="D32F2F"/>
      </a:accent6>
      <a:hlink>
        <a:srgbClr val="0563C1"/>
      </a:hlink>
      <a:folHlink>
        <a:srgbClr val="954F72"/>
      </a:folHlink>
    </a:clrScheme>
    <a:fontScheme name="Custom 126">
      <a:majorFont>
        <a:latin typeface="Arial Black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0</Notes>
  <HiddenSlides>1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Тема Office</vt:lpstr>
      <vt:lpstr>Coral</vt:lpstr>
      <vt:lpstr>Классификация жанров публицистических текстов методами машинного обучения</vt:lpstr>
      <vt:lpstr>PowerPoint Presentation</vt:lpstr>
      <vt:lpstr>PowerPoint Presentation</vt:lpstr>
      <vt:lpstr>Теоретические положения  Жанровые маркеры как основа классификации</vt:lpstr>
      <vt:lpstr>Контекстная обработка текстов</vt:lpstr>
      <vt:lpstr>Преимущество нейросетей над традиционными методами</vt:lpstr>
      <vt:lpstr>Выбор данных и их предобработка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Примеры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Практические 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63</cp:revision>
  <dcterms:created xsi:type="dcterms:W3CDTF">2025-05-02T05:06:12Z</dcterms:created>
  <dcterms:modified xsi:type="dcterms:W3CDTF">2025-05-30T07:19:29Z</dcterms:modified>
</cp:coreProperties>
</file>